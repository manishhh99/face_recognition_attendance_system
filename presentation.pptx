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58" r:id="rId3"/>
    <p:sldId id="304" r:id="rId4"/>
    <p:sldId id="259" r:id="rId5"/>
    <p:sldId id="305" r:id="rId6"/>
    <p:sldId id="262" r:id="rId7"/>
    <p:sldId id="268" r:id="rId8"/>
    <p:sldId id="261" r:id="rId9"/>
    <p:sldId id="263" r:id="rId10"/>
    <p:sldId id="264" r:id="rId11"/>
    <p:sldId id="312" r:id="rId12"/>
  </p:sldIdLst>
  <p:sldSz cx="9144000" cy="5143500" type="screen16x9"/>
  <p:notesSz cx="6858000" cy="9144000"/>
  <p:embeddedFontLst>
    <p:embeddedFont>
      <p:font typeface="Audiowide" panose="020B0604020202020204" charset="0"/>
      <p:regular r:id="rId14"/>
    </p:embeddedFont>
    <p:embeddedFont>
      <p:font typeface="Karla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25ef952f4588a80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929D2A-ED0B-417C-B217-886CCAA95A16}">
  <a:tblStyle styleId="{E1929D2A-ED0B-417C-B217-886CCAA95A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1caab1d1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1caab1d1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ddd26cc8a4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ddd26cc8a4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2420fcadb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2420fcadb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cc9050bdf8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cc9050bdf8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cc9050bdf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cc9050bdf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1ea1d9433b_0_1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1ea1d9433b_0_1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cc9050bdf8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cc9050bdf8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cc9050bdf8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cc9050bdf8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801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11;p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2;p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1050" y="-447675"/>
            <a:ext cx="5892301" cy="3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261050" y="1962150"/>
            <a:ext cx="5892301" cy="3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0;p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491888" y="1682463"/>
            <a:ext cx="3312300" cy="111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7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4491888" y="2851113"/>
            <a:ext cx="3312300" cy="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2" hasCustomPrompt="1"/>
          </p:nvPr>
        </p:nvSpPr>
        <p:spPr>
          <a:xfrm>
            <a:off x="1931113" y="1872250"/>
            <a:ext cx="1728900" cy="118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5800" y="-419100"/>
            <a:ext cx="6190054" cy="383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352926" y="1967775"/>
            <a:ext cx="5790899" cy="35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" name="Google Shape;51;p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" name="Google Shape;52;p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 amt="75000"/>
          </a:blip>
          <a:srcRect l="24087" t="19903"/>
          <a:stretch/>
        </p:blipFill>
        <p:spPr>
          <a:xfrm>
            <a:off x="-104775" y="-85500"/>
            <a:ext cx="3714749" cy="242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75000"/>
          </a:blip>
          <a:srcRect l="22039" t="14089"/>
          <a:stretch/>
        </p:blipFill>
        <p:spPr>
          <a:xfrm rot="-10799995">
            <a:off x="5705475" y="2752926"/>
            <a:ext cx="3629025" cy="247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4381506" y="887025"/>
            <a:ext cx="4038600" cy="95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1"/>
          </p:nvPr>
        </p:nvSpPr>
        <p:spPr>
          <a:xfrm>
            <a:off x="4381500" y="1843575"/>
            <a:ext cx="4038600" cy="24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pic>
        <p:nvPicPr>
          <p:cNvPr id="63" name="Google Shape;63;p7"/>
          <p:cNvPicPr preferRelativeResize="0"/>
          <p:nvPr/>
        </p:nvPicPr>
        <p:blipFill rotWithShape="1">
          <a:blip r:embed="rId3">
            <a:alphaModFix amt="75000"/>
          </a:blip>
          <a:srcRect l="24156" t="16303"/>
          <a:stretch/>
        </p:blipFill>
        <p:spPr>
          <a:xfrm rot="5400000">
            <a:off x="5767588" y="527636"/>
            <a:ext cx="4294574" cy="29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1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0" name="Google Shape;100;p1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/>
          </p:nvPr>
        </p:nvSpPr>
        <p:spPr>
          <a:xfrm>
            <a:off x="713224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"/>
          </p:nvPr>
        </p:nvSpPr>
        <p:spPr>
          <a:xfrm>
            <a:off x="713224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2"/>
          </p:nvPr>
        </p:nvSpPr>
        <p:spPr>
          <a:xfrm>
            <a:off x="713224" y="3680488"/>
            <a:ext cx="23055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3"/>
          </p:nvPr>
        </p:nvSpPr>
        <p:spPr>
          <a:xfrm>
            <a:off x="713224" y="41146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4"/>
          </p:nvPr>
        </p:nvSpPr>
        <p:spPr>
          <a:xfrm>
            <a:off x="3419251" y="3680488"/>
            <a:ext cx="23055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5"/>
          </p:nvPr>
        </p:nvSpPr>
        <p:spPr>
          <a:xfrm>
            <a:off x="3419251" y="41146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6"/>
          </p:nvPr>
        </p:nvSpPr>
        <p:spPr>
          <a:xfrm>
            <a:off x="3419251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7"/>
          </p:nvPr>
        </p:nvSpPr>
        <p:spPr>
          <a:xfrm>
            <a:off x="3419251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8" hasCustomPrompt="1"/>
          </p:nvPr>
        </p:nvSpPr>
        <p:spPr>
          <a:xfrm>
            <a:off x="1415374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9" hasCustomPrompt="1"/>
          </p:nvPr>
        </p:nvSpPr>
        <p:spPr>
          <a:xfrm>
            <a:off x="4121401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3" hasCustomPrompt="1"/>
          </p:nvPr>
        </p:nvSpPr>
        <p:spPr>
          <a:xfrm>
            <a:off x="1415374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4" hasCustomPrompt="1"/>
          </p:nvPr>
        </p:nvSpPr>
        <p:spPr>
          <a:xfrm>
            <a:off x="4121401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5"/>
          </p:nvPr>
        </p:nvSpPr>
        <p:spPr>
          <a:xfrm>
            <a:off x="6125276" y="3680488"/>
            <a:ext cx="2305500" cy="52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6"/>
          </p:nvPr>
        </p:nvSpPr>
        <p:spPr>
          <a:xfrm>
            <a:off x="6125276" y="41146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17"/>
          </p:nvPr>
        </p:nvSpPr>
        <p:spPr>
          <a:xfrm>
            <a:off x="6125276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8"/>
          </p:nvPr>
        </p:nvSpPr>
        <p:spPr>
          <a:xfrm>
            <a:off x="6125276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19" hasCustomPrompt="1"/>
          </p:nvPr>
        </p:nvSpPr>
        <p:spPr>
          <a:xfrm>
            <a:off x="6827426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20" hasCustomPrompt="1"/>
          </p:nvPr>
        </p:nvSpPr>
        <p:spPr>
          <a:xfrm>
            <a:off x="6827426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5400000">
            <a:off x="-1377750" y="2269750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5400000">
            <a:off x="5366340" y="829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>
            <a:spLocks noGrp="1"/>
          </p:cNvSpPr>
          <p:nvPr>
            <p:ph type="title" idx="21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4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1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6" name="Google Shape;126;p1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1486024" y="3068248"/>
            <a:ext cx="61722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subTitle" idx="1"/>
          </p:nvPr>
        </p:nvSpPr>
        <p:spPr>
          <a:xfrm>
            <a:off x="1485800" y="1628863"/>
            <a:ext cx="6172200" cy="149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>
            <a:off x="-1436100" y="-758750"/>
            <a:ext cx="6816174" cy="422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 amt="75000"/>
          </a:blip>
          <a:srcRect l="-60" t="537"/>
          <a:stretch/>
        </p:blipFill>
        <p:spPr>
          <a:xfrm rot="-10799997">
            <a:off x="4648077" y="187642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1"/>
          </p:nvPr>
        </p:nvSpPr>
        <p:spPr>
          <a:xfrm>
            <a:off x="720000" y="1456400"/>
            <a:ext cx="7704000" cy="259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 b="1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 amt="75000"/>
          </a:blip>
          <a:srcRect/>
          <a:stretch/>
        </p:blipFill>
        <p:spPr>
          <a:xfrm rot="5400000">
            <a:off x="5369415" y="-442041"/>
            <a:ext cx="5662423" cy="350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 amt="75000"/>
          </a:blip>
          <a:srcRect l="-60" t="537"/>
          <a:stretch/>
        </p:blipFill>
        <p:spPr>
          <a:xfrm rot="-5399997">
            <a:off x="-1828923" y="178117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8"/>
          <p:cNvSpPr txBox="1">
            <a:spLocks noGrp="1"/>
          </p:cNvSpPr>
          <p:nvPr>
            <p:ph type="title"/>
          </p:nvPr>
        </p:nvSpPr>
        <p:spPr>
          <a:xfrm rot="-1114">
            <a:off x="726775" y="2183450"/>
            <a:ext cx="2778300" cy="82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subTitle" idx="1"/>
          </p:nvPr>
        </p:nvSpPr>
        <p:spPr>
          <a:xfrm rot="371">
            <a:off x="726775" y="2991552"/>
            <a:ext cx="2778300" cy="4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title" idx="2"/>
          </p:nvPr>
        </p:nvSpPr>
        <p:spPr>
          <a:xfrm>
            <a:off x="3189587" y="3304275"/>
            <a:ext cx="2778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subTitle" idx="3"/>
          </p:nvPr>
        </p:nvSpPr>
        <p:spPr>
          <a:xfrm>
            <a:off x="3189587" y="4114925"/>
            <a:ext cx="27783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 idx="4"/>
          </p:nvPr>
        </p:nvSpPr>
        <p:spPr>
          <a:xfrm>
            <a:off x="5652399" y="2182150"/>
            <a:ext cx="27783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subTitle" idx="5"/>
          </p:nvPr>
        </p:nvSpPr>
        <p:spPr>
          <a:xfrm>
            <a:off x="5652399" y="2991875"/>
            <a:ext cx="2778300" cy="4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18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 amt="75000"/>
          </a:blip>
          <a:srcRect l="16597" t="23395"/>
          <a:stretch/>
        </p:blipFill>
        <p:spPr>
          <a:xfrm rot="-5400000">
            <a:off x="-1349762" y="941737"/>
            <a:ext cx="5684874" cy="323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 amt="75000"/>
          </a:blip>
          <a:srcRect l="23059" t="16268"/>
          <a:stretch/>
        </p:blipFill>
        <p:spPr>
          <a:xfrm rot="5400004">
            <a:off x="5600637" y="400113"/>
            <a:ext cx="4438774" cy="2990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>
            <a:spLocks noGrp="1"/>
          </p:cNvSpPr>
          <p:nvPr>
            <p:ph type="title" idx="6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19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" name="Google Shape;176;p19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19"/>
          <p:cNvSpPr txBox="1">
            <a:spLocks noGrp="1"/>
          </p:cNvSpPr>
          <p:nvPr>
            <p:ph type="title"/>
          </p:nvPr>
        </p:nvSpPr>
        <p:spPr>
          <a:xfrm>
            <a:off x="1600200" y="1345325"/>
            <a:ext cx="5943600" cy="3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subTitle" idx="1"/>
          </p:nvPr>
        </p:nvSpPr>
        <p:spPr>
          <a:xfrm>
            <a:off x="1600200" y="1576824"/>
            <a:ext cx="5943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title" idx="2"/>
          </p:nvPr>
        </p:nvSpPr>
        <p:spPr>
          <a:xfrm>
            <a:off x="1600200" y="2491787"/>
            <a:ext cx="5943600" cy="3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ubTitle" idx="3"/>
          </p:nvPr>
        </p:nvSpPr>
        <p:spPr>
          <a:xfrm>
            <a:off x="1600200" y="2721226"/>
            <a:ext cx="5943600" cy="7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9"/>
          <p:cNvSpPr txBox="1">
            <a:spLocks noGrp="1"/>
          </p:cNvSpPr>
          <p:nvPr>
            <p:ph type="title" idx="4"/>
          </p:nvPr>
        </p:nvSpPr>
        <p:spPr>
          <a:xfrm>
            <a:off x="1593425" y="3636142"/>
            <a:ext cx="5943600" cy="3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subTitle" idx="5"/>
          </p:nvPr>
        </p:nvSpPr>
        <p:spPr>
          <a:xfrm>
            <a:off x="1593425" y="3867801"/>
            <a:ext cx="59436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 amt="75000"/>
          </a:blip>
          <a:srcRect l="-60" t="535" b="66797"/>
          <a:stretch/>
        </p:blipFill>
        <p:spPr>
          <a:xfrm rot="-5399997">
            <a:off x="5922077" y="1921653"/>
            <a:ext cx="5772273" cy="1166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 amt="75000"/>
          </a:blip>
          <a:srcRect l="-60" t="535" b="66797"/>
          <a:stretch/>
        </p:blipFill>
        <p:spPr>
          <a:xfrm rot="5400003">
            <a:off x="-2553948" y="1988316"/>
            <a:ext cx="5772273" cy="1166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>
            <a:spLocks noGrp="1"/>
          </p:cNvSpPr>
          <p:nvPr>
            <p:ph type="title" idx="6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1" name="Google Shape;261;p2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l="23664" t="13299"/>
          <a:stretch/>
        </p:blipFill>
        <p:spPr>
          <a:xfrm>
            <a:off x="9525" y="-1562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l="21334" t="3883"/>
          <a:stretch/>
        </p:blipFill>
        <p:spPr>
          <a:xfrm rot="-10799995">
            <a:off x="5739700" y="26037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t="1620" b="17753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5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2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0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l="20356"/>
          <a:stretch/>
        </p:blipFill>
        <p:spPr>
          <a:xfrm rot="5400000">
            <a:off x="4631025" y="510125"/>
            <a:ext cx="5524500" cy="4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l="16645" t="537"/>
          <a:stretch/>
        </p:blipFill>
        <p:spPr>
          <a:xfrm rot="-5399997">
            <a:off x="-1058539" y="294014"/>
            <a:ext cx="5654502" cy="4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2475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2475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8" r:id="rId5"/>
    <p:sldLayoutId id="2147483659" r:id="rId6"/>
    <p:sldLayoutId id="2147483660" r:id="rId7"/>
    <p:sldLayoutId id="2147483662" r:id="rId8"/>
    <p:sldLayoutId id="2147483664" r:id="rId9"/>
    <p:sldLayoutId id="2147483665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"/>
          <p:cNvSpPr/>
          <p:nvPr/>
        </p:nvSpPr>
        <p:spPr>
          <a:xfrm>
            <a:off x="1727250" y="1228150"/>
            <a:ext cx="5689500" cy="24768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p30"/>
          <p:cNvSpPr txBox="1">
            <a:spLocks noGrp="1"/>
          </p:cNvSpPr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Blockchain For Secure Transaction</a:t>
            </a:r>
            <a:endParaRPr dirty="0">
              <a:solidFill>
                <a:srgbClr val="CC0000"/>
              </a:solidFill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subTitle" idx="1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</a:t>
            </a:r>
            <a:r>
              <a:rPr lang="en-US" dirty="0"/>
              <a:t> the </a:t>
            </a:r>
            <a:r>
              <a:rPr lang="en" dirty="0"/>
              <a:t>presentation begins</a:t>
            </a:r>
            <a:endParaRPr dirty="0"/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006807" y="487596"/>
            <a:ext cx="288601" cy="1096693"/>
            <a:chOff x="1006700" y="2603975"/>
            <a:chExt cx="55450" cy="210700"/>
          </a:xfrm>
        </p:grpSpPr>
        <p:sp>
          <p:nvSpPr>
            <p:cNvPr id="285" name="Google Shape;285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1" name="Google Shape;291;p30"/>
          <p:cNvGrpSpPr/>
          <p:nvPr/>
        </p:nvGrpSpPr>
        <p:grpSpPr>
          <a:xfrm rot="5400000">
            <a:off x="7769557" y="3906771"/>
            <a:ext cx="288601" cy="1096693"/>
            <a:chOff x="1006700" y="2603975"/>
            <a:chExt cx="55450" cy="210700"/>
          </a:xfrm>
        </p:grpSpPr>
        <p:sp>
          <p:nvSpPr>
            <p:cNvPr id="292" name="Google Shape;292;p30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98" name="Google Shape;298;p30"/>
          <p:cNvGrpSpPr/>
          <p:nvPr/>
        </p:nvGrpSpPr>
        <p:grpSpPr>
          <a:xfrm>
            <a:off x="551124" y="3629702"/>
            <a:ext cx="1178637" cy="1096691"/>
            <a:chOff x="827350" y="3629733"/>
            <a:chExt cx="1431600" cy="1332067"/>
          </a:xfrm>
        </p:grpSpPr>
        <p:sp>
          <p:nvSpPr>
            <p:cNvPr id="299" name="Google Shape;29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02" name="Google Shape;302;p30"/>
          <p:cNvGrpSpPr/>
          <p:nvPr/>
        </p:nvGrpSpPr>
        <p:grpSpPr>
          <a:xfrm>
            <a:off x="322602" y="2902809"/>
            <a:ext cx="781224" cy="726909"/>
            <a:chOff x="827350" y="3629733"/>
            <a:chExt cx="1431600" cy="1332067"/>
          </a:xfrm>
        </p:grpSpPr>
        <p:sp>
          <p:nvSpPr>
            <p:cNvPr id="303" name="Google Shape;303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06" name="Google Shape;306;p30"/>
          <p:cNvGrpSpPr/>
          <p:nvPr/>
        </p:nvGrpSpPr>
        <p:grpSpPr>
          <a:xfrm>
            <a:off x="1816189" y="4394848"/>
            <a:ext cx="356325" cy="331552"/>
            <a:chOff x="827350" y="3629733"/>
            <a:chExt cx="1431600" cy="1332067"/>
          </a:xfrm>
        </p:grpSpPr>
        <p:sp>
          <p:nvSpPr>
            <p:cNvPr id="307" name="Google Shape;307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10" name="Google Shape;310;p30"/>
          <p:cNvGrpSpPr/>
          <p:nvPr/>
        </p:nvGrpSpPr>
        <p:grpSpPr>
          <a:xfrm>
            <a:off x="7466251" y="219713"/>
            <a:ext cx="895180" cy="832942"/>
            <a:chOff x="827350" y="3629733"/>
            <a:chExt cx="1431600" cy="1332067"/>
          </a:xfrm>
        </p:grpSpPr>
        <p:sp>
          <p:nvSpPr>
            <p:cNvPr id="311" name="Google Shape;311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14" name="Google Shape;314;p30"/>
          <p:cNvGrpSpPr/>
          <p:nvPr/>
        </p:nvGrpSpPr>
        <p:grpSpPr>
          <a:xfrm>
            <a:off x="8131283" y="1065715"/>
            <a:ext cx="598982" cy="557337"/>
            <a:chOff x="827350" y="3629733"/>
            <a:chExt cx="1431600" cy="1332067"/>
          </a:xfrm>
        </p:grpSpPr>
        <p:sp>
          <p:nvSpPr>
            <p:cNvPr id="315" name="Google Shape;315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18" name="Google Shape;318;p30"/>
          <p:cNvGrpSpPr/>
          <p:nvPr/>
        </p:nvGrpSpPr>
        <p:grpSpPr>
          <a:xfrm>
            <a:off x="6901231" y="620669"/>
            <a:ext cx="464268" cy="431989"/>
            <a:chOff x="827350" y="3629733"/>
            <a:chExt cx="1431600" cy="1332067"/>
          </a:xfrm>
        </p:grpSpPr>
        <p:sp>
          <p:nvSpPr>
            <p:cNvPr id="319" name="Google Shape;319;p30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30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/>
          <p:nvPr/>
        </p:nvSpPr>
        <p:spPr>
          <a:xfrm>
            <a:off x="713225" y="510300"/>
            <a:ext cx="7704000" cy="6321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2" name="Google Shape;352;p32"/>
          <p:cNvSpPr/>
          <p:nvPr/>
        </p:nvSpPr>
        <p:spPr>
          <a:xfrm>
            <a:off x="1352018" y="1320725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32"/>
          <p:cNvSpPr/>
          <p:nvPr/>
        </p:nvSpPr>
        <p:spPr>
          <a:xfrm>
            <a:off x="4433551" y="1304074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4" name="Google Shape;354;p32"/>
          <p:cNvSpPr/>
          <p:nvPr/>
        </p:nvSpPr>
        <p:spPr>
          <a:xfrm>
            <a:off x="7242276" y="1320725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5" name="Google Shape;355;p32"/>
          <p:cNvSpPr/>
          <p:nvPr/>
        </p:nvSpPr>
        <p:spPr>
          <a:xfrm>
            <a:off x="1345048" y="3130538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6" name="Google Shape;356;p32"/>
          <p:cNvSpPr/>
          <p:nvPr/>
        </p:nvSpPr>
        <p:spPr>
          <a:xfrm>
            <a:off x="4433551" y="3121912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7" name="Google Shape;357;p32"/>
          <p:cNvSpPr/>
          <p:nvPr/>
        </p:nvSpPr>
        <p:spPr>
          <a:xfrm>
            <a:off x="7242276" y="3116613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32"/>
          <p:cNvSpPr txBox="1">
            <a:spLocks noGrp="1"/>
          </p:cNvSpPr>
          <p:nvPr>
            <p:ph type="subTitle" idx="5"/>
          </p:nvPr>
        </p:nvSpPr>
        <p:spPr>
          <a:xfrm>
            <a:off x="3419251" y="447799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59" name="Google Shape;359;p32"/>
          <p:cNvSpPr txBox="1">
            <a:spLocks noGrp="1"/>
          </p:cNvSpPr>
          <p:nvPr>
            <p:ph type="subTitle" idx="7"/>
          </p:nvPr>
        </p:nvSpPr>
        <p:spPr>
          <a:xfrm>
            <a:off x="3419251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0" name="Google Shape;360;p32"/>
          <p:cNvSpPr txBox="1">
            <a:spLocks noGrp="1"/>
          </p:cNvSpPr>
          <p:nvPr>
            <p:ph type="title" idx="21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361" name="Google Shape;361;p32"/>
          <p:cNvSpPr txBox="1">
            <a:spLocks noGrp="1"/>
          </p:cNvSpPr>
          <p:nvPr>
            <p:ph type="title" idx="8"/>
          </p:nvPr>
        </p:nvSpPr>
        <p:spPr>
          <a:xfrm>
            <a:off x="1291418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62" name="Google Shape;362;p32"/>
          <p:cNvSpPr txBox="1">
            <a:spLocks noGrp="1"/>
          </p:cNvSpPr>
          <p:nvPr>
            <p:ph type="title" idx="9"/>
          </p:nvPr>
        </p:nvSpPr>
        <p:spPr>
          <a:xfrm>
            <a:off x="4372951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63" name="Google Shape;363;p32"/>
          <p:cNvSpPr txBox="1">
            <a:spLocks noGrp="1"/>
          </p:cNvSpPr>
          <p:nvPr>
            <p:ph type="title" idx="15"/>
          </p:nvPr>
        </p:nvSpPr>
        <p:spPr>
          <a:xfrm>
            <a:off x="6479526" y="399650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System Architecture</a:t>
            </a:r>
            <a:endParaRPr dirty="0"/>
          </a:p>
        </p:txBody>
      </p:sp>
      <p:sp>
        <p:nvSpPr>
          <p:cNvPr id="364" name="Google Shape;364;p32"/>
          <p:cNvSpPr txBox="1">
            <a:spLocks noGrp="1"/>
          </p:cNvSpPr>
          <p:nvPr>
            <p:ph type="title"/>
          </p:nvPr>
        </p:nvSpPr>
        <p:spPr>
          <a:xfrm>
            <a:off x="592640" y="18319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Tittle</a:t>
            </a:r>
            <a:endParaRPr dirty="0"/>
          </a:p>
        </p:txBody>
      </p:sp>
      <p:sp>
        <p:nvSpPr>
          <p:cNvPr id="365" name="Google Shape;365;p32"/>
          <p:cNvSpPr txBox="1">
            <a:spLocks noGrp="1"/>
          </p:cNvSpPr>
          <p:nvPr>
            <p:ph type="subTitle" idx="1"/>
          </p:nvPr>
        </p:nvSpPr>
        <p:spPr>
          <a:xfrm>
            <a:off x="713224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66" name="Google Shape;366;p32"/>
          <p:cNvSpPr txBox="1">
            <a:spLocks noGrp="1"/>
          </p:cNvSpPr>
          <p:nvPr>
            <p:ph type="title" idx="2"/>
          </p:nvPr>
        </p:nvSpPr>
        <p:spPr>
          <a:xfrm>
            <a:off x="409461" y="3981502"/>
            <a:ext cx="2609263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Blockchain work</a:t>
            </a:r>
            <a:endParaRPr dirty="0"/>
          </a:p>
        </p:txBody>
      </p:sp>
      <p:sp>
        <p:nvSpPr>
          <p:cNvPr id="367" name="Google Shape;367;p32"/>
          <p:cNvSpPr txBox="1">
            <a:spLocks noGrp="1"/>
          </p:cNvSpPr>
          <p:nvPr>
            <p:ph type="subTitle" idx="3"/>
          </p:nvPr>
        </p:nvSpPr>
        <p:spPr>
          <a:xfrm>
            <a:off x="656080" y="449582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68" name="Google Shape;368;p32"/>
          <p:cNvSpPr txBox="1">
            <a:spLocks noGrp="1"/>
          </p:cNvSpPr>
          <p:nvPr>
            <p:ph type="title" idx="4"/>
          </p:nvPr>
        </p:nvSpPr>
        <p:spPr>
          <a:xfrm>
            <a:off x="3092652" y="3703238"/>
            <a:ext cx="3273649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369" name="Google Shape;369;p32"/>
          <p:cNvSpPr txBox="1">
            <a:spLocks noGrp="1"/>
          </p:cNvSpPr>
          <p:nvPr>
            <p:ph type="title" idx="6"/>
          </p:nvPr>
        </p:nvSpPr>
        <p:spPr>
          <a:xfrm>
            <a:off x="3619514" y="1835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70" name="Google Shape;370;p32"/>
          <p:cNvSpPr txBox="1">
            <a:spLocks noGrp="1"/>
          </p:cNvSpPr>
          <p:nvPr>
            <p:ph type="title" idx="13"/>
          </p:nvPr>
        </p:nvSpPr>
        <p:spPr>
          <a:xfrm>
            <a:off x="1291418" y="319002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71" name="Google Shape;371;p32"/>
          <p:cNvSpPr txBox="1">
            <a:spLocks noGrp="1"/>
          </p:cNvSpPr>
          <p:nvPr>
            <p:ph type="title" idx="14"/>
          </p:nvPr>
        </p:nvSpPr>
        <p:spPr>
          <a:xfrm>
            <a:off x="4345299" y="13499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72" name="Google Shape;372;p32"/>
          <p:cNvSpPr txBox="1">
            <a:spLocks noGrp="1"/>
          </p:cNvSpPr>
          <p:nvPr>
            <p:ph type="subTitle" idx="16"/>
          </p:nvPr>
        </p:nvSpPr>
        <p:spPr>
          <a:xfrm>
            <a:off x="6446051" y="4509114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73" name="Google Shape;373;p32"/>
          <p:cNvSpPr txBox="1">
            <a:spLocks noGrp="1"/>
          </p:cNvSpPr>
          <p:nvPr>
            <p:ph type="title" idx="17"/>
          </p:nvPr>
        </p:nvSpPr>
        <p:spPr>
          <a:xfrm>
            <a:off x="6411185" y="2138887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blockchain</a:t>
            </a:r>
            <a:endParaRPr dirty="0"/>
          </a:p>
        </p:txBody>
      </p:sp>
      <p:sp>
        <p:nvSpPr>
          <p:cNvPr id="374" name="Google Shape;374;p32"/>
          <p:cNvSpPr txBox="1">
            <a:spLocks noGrp="1"/>
          </p:cNvSpPr>
          <p:nvPr>
            <p:ph type="subTitle" idx="18"/>
          </p:nvPr>
        </p:nvSpPr>
        <p:spPr>
          <a:xfrm>
            <a:off x="6331282" y="253658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375" name="Google Shape;375;p32"/>
          <p:cNvSpPr txBox="1">
            <a:spLocks noGrp="1"/>
          </p:cNvSpPr>
          <p:nvPr>
            <p:ph type="title" idx="19"/>
          </p:nvPr>
        </p:nvSpPr>
        <p:spPr>
          <a:xfrm>
            <a:off x="7148201" y="3179163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76" name="Google Shape;376;p32"/>
          <p:cNvSpPr txBox="1">
            <a:spLocks noGrp="1"/>
          </p:cNvSpPr>
          <p:nvPr>
            <p:ph type="title" idx="20"/>
          </p:nvPr>
        </p:nvSpPr>
        <p:spPr>
          <a:xfrm>
            <a:off x="7162778" y="1344775"/>
            <a:ext cx="9012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377" name="Google Shape;377;p32"/>
          <p:cNvGrpSpPr/>
          <p:nvPr/>
        </p:nvGrpSpPr>
        <p:grpSpPr>
          <a:xfrm rot="5400000">
            <a:off x="8179407" y="4316346"/>
            <a:ext cx="288601" cy="1096693"/>
            <a:chOff x="1006700" y="2603975"/>
            <a:chExt cx="55450" cy="210700"/>
          </a:xfrm>
        </p:grpSpPr>
        <p:sp>
          <p:nvSpPr>
            <p:cNvPr id="378" name="Google Shape;378;p32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" name="Google Shape;379;p32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" name="Google Shape;380;p32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" name="Google Shape;381;p32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" name="Google Shape;383;p32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84" name="Google Shape;384;p32"/>
          <p:cNvGrpSpPr/>
          <p:nvPr/>
        </p:nvGrpSpPr>
        <p:grpSpPr>
          <a:xfrm>
            <a:off x="57111" y="583985"/>
            <a:ext cx="520959" cy="484739"/>
            <a:chOff x="827350" y="3629733"/>
            <a:chExt cx="1431600" cy="1332067"/>
          </a:xfrm>
        </p:grpSpPr>
        <p:sp>
          <p:nvSpPr>
            <p:cNvPr id="385" name="Google Shape;385;p3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" name="Google Shape;387;p3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88" name="Google Shape;388;p32"/>
          <p:cNvGrpSpPr/>
          <p:nvPr/>
        </p:nvGrpSpPr>
        <p:grpSpPr>
          <a:xfrm>
            <a:off x="409461" y="85600"/>
            <a:ext cx="409581" cy="381104"/>
            <a:chOff x="827350" y="3629733"/>
            <a:chExt cx="1431600" cy="1332067"/>
          </a:xfrm>
        </p:grpSpPr>
        <p:sp>
          <p:nvSpPr>
            <p:cNvPr id="389" name="Google Shape;389;p3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" name="Google Shape;390;p3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391;p3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7EA9-1841-4460-B726-7C1A1EBF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4" y="1835250"/>
            <a:ext cx="2372876" cy="527700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8CA954-4914-418D-84E4-2207FBEFD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506243-43FE-4A50-BF4F-FECAC399ACE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09063F-49E4-43F3-92C6-D6C72D9083A6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9FA0C8-AA23-4E6B-ABF8-F7DC391F2314}"/>
              </a:ext>
            </a:extLst>
          </p:cNvPr>
          <p:cNvSpPr>
            <a:spLocks noGrp="1"/>
          </p:cNvSpPr>
          <p:nvPr>
            <p:ph type="title" idx="4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2554B86-C538-43D8-A9D1-0C2BCD639597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F8173F-7020-49E3-9E3B-068AC84F34B5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3419250" y="1835250"/>
            <a:ext cx="2441799" cy="527700"/>
          </a:xfrm>
        </p:spPr>
        <p:txBody>
          <a:bodyPr/>
          <a:lstStyle/>
          <a:p>
            <a:r>
              <a:rPr lang="en-US" dirty="0"/>
              <a:t>Screenshot o/p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DCB2BA0-5960-4429-AFC8-75D831DC5A38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3DE9199-7509-4A46-B948-BA0E523BAEFD}"/>
              </a:ext>
            </a:extLst>
          </p:cNvPr>
          <p:cNvSpPr>
            <a:spLocks noGrp="1"/>
          </p:cNvSpPr>
          <p:nvPr>
            <p:ph type="title" idx="8"/>
          </p:nvPr>
        </p:nvSpPr>
        <p:spPr>
          <a:xfrm>
            <a:off x="1190048" y="1366219"/>
            <a:ext cx="901200" cy="447600"/>
          </a:xfrm>
        </p:spPr>
        <p:txBody>
          <a:bodyPr/>
          <a:lstStyle/>
          <a:p>
            <a:r>
              <a:rPr lang="en-US" dirty="0"/>
              <a:t>07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ADEF88D-E72A-4324-BBC3-DE965E8BD953}"/>
              </a:ext>
            </a:extLst>
          </p:cNvPr>
          <p:cNvSpPr>
            <a:spLocks noGrp="1"/>
          </p:cNvSpPr>
          <p:nvPr>
            <p:ph type="title" idx="9"/>
          </p:nvPr>
        </p:nvSpPr>
        <p:spPr>
          <a:xfrm>
            <a:off x="4067765" y="3188300"/>
            <a:ext cx="901200" cy="447600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A3EAD43-6C80-426D-A66B-D4F824C50A85}"/>
              </a:ext>
            </a:extLst>
          </p:cNvPr>
          <p:cNvSpPr>
            <a:spLocks noGrp="1"/>
          </p:cNvSpPr>
          <p:nvPr>
            <p:ph type="title" idx="13"/>
          </p:nvPr>
        </p:nvSpPr>
        <p:spPr>
          <a:xfrm>
            <a:off x="1218088" y="3145400"/>
            <a:ext cx="901200" cy="447600"/>
          </a:xfrm>
        </p:spPr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7F01388-35AA-495E-BE2F-959D1CF5EA87}"/>
              </a:ext>
            </a:extLst>
          </p:cNvPr>
          <p:cNvSpPr>
            <a:spLocks noGrp="1"/>
          </p:cNvSpPr>
          <p:nvPr>
            <p:ph type="title" idx="14"/>
          </p:nvPr>
        </p:nvSpPr>
        <p:spPr>
          <a:xfrm>
            <a:off x="4060801" y="1344775"/>
            <a:ext cx="901200" cy="447600"/>
          </a:xfrm>
        </p:spPr>
        <p:txBody>
          <a:bodyPr/>
          <a:lstStyle/>
          <a:p>
            <a:r>
              <a:rPr lang="en-US" dirty="0"/>
              <a:t>08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307B1245-381E-4CB2-9BED-5BA12CC0524E}"/>
              </a:ext>
            </a:extLst>
          </p:cNvPr>
          <p:cNvSpPr>
            <a:spLocks noGrp="1"/>
          </p:cNvSpPr>
          <p:nvPr>
            <p:ph type="title" idx="15"/>
          </p:nvPr>
        </p:nvSpPr>
        <p:spPr>
          <a:xfrm>
            <a:off x="6049076" y="3680488"/>
            <a:ext cx="2802824" cy="527700"/>
          </a:xfrm>
        </p:spPr>
        <p:txBody>
          <a:bodyPr/>
          <a:lstStyle/>
          <a:p>
            <a:r>
              <a:rPr lang="en-US" dirty="0"/>
              <a:t>Acknowledgement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C60A191A-10F9-434B-9926-326EABF0835C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6211C2F-F9A1-4DF8-834F-9C1E0B1BEE87}"/>
              </a:ext>
            </a:extLst>
          </p:cNvPr>
          <p:cNvSpPr>
            <a:spLocks noGrp="1"/>
          </p:cNvSpPr>
          <p:nvPr>
            <p:ph type="title" idx="17"/>
          </p:nvPr>
        </p:nvSpPr>
        <p:spPr>
          <a:xfrm>
            <a:off x="6125276" y="1835250"/>
            <a:ext cx="2498024" cy="527700"/>
          </a:xfrm>
        </p:spPr>
        <p:txBody>
          <a:bodyPr/>
          <a:lstStyle/>
          <a:p>
            <a:r>
              <a:rPr lang="en-US" dirty="0"/>
              <a:t>Result/Analysis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382FC26F-22A7-4372-928E-EE0D2B890860}"/>
              </a:ext>
            </a:extLst>
          </p:cNvPr>
          <p:cNvSpPr>
            <a:spLocks noGrp="1"/>
          </p:cNvSpPr>
          <p:nvPr>
            <p:ph type="subTitle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50420D1-08DE-4624-9360-2F8BC49BD8DD}"/>
              </a:ext>
            </a:extLst>
          </p:cNvPr>
          <p:cNvSpPr>
            <a:spLocks noGrp="1"/>
          </p:cNvSpPr>
          <p:nvPr>
            <p:ph type="title" idx="19"/>
          </p:nvPr>
        </p:nvSpPr>
        <p:spPr>
          <a:xfrm>
            <a:off x="6827426" y="3162863"/>
            <a:ext cx="901200" cy="447600"/>
          </a:xfrm>
        </p:spPr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0E9C75F4-560A-4C21-A235-37F2C6082C59}"/>
              </a:ext>
            </a:extLst>
          </p:cNvPr>
          <p:cNvSpPr>
            <a:spLocks noGrp="1"/>
          </p:cNvSpPr>
          <p:nvPr>
            <p:ph type="title" idx="20"/>
          </p:nvPr>
        </p:nvSpPr>
        <p:spPr>
          <a:xfrm>
            <a:off x="6784266" y="1344775"/>
            <a:ext cx="901200" cy="447600"/>
          </a:xfrm>
        </p:spPr>
        <p:txBody>
          <a:bodyPr/>
          <a:lstStyle/>
          <a:p>
            <a:r>
              <a:rPr lang="en-US" dirty="0"/>
              <a:t>09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580457D3-A3C4-4FB7-B7DD-A6B636DC1D9F}"/>
              </a:ext>
            </a:extLst>
          </p:cNvPr>
          <p:cNvSpPr>
            <a:spLocks noGrp="1"/>
          </p:cNvSpPr>
          <p:nvPr>
            <p:ph type="title" idx="21"/>
          </p:nvPr>
        </p:nvSpPr>
        <p:spPr/>
        <p:txBody>
          <a:bodyPr/>
          <a:lstStyle/>
          <a:p>
            <a:r>
              <a:rPr lang="en" dirty="0"/>
              <a:t>Table of contents</a:t>
            </a:r>
            <a:endParaRPr lang="en-US" dirty="0"/>
          </a:p>
        </p:txBody>
      </p:sp>
      <p:sp>
        <p:nvSpPr>
          <p:cNvPr id="21" name="Google Shape;353;p32">
            <a:extLst>
              <a:ext uri="{FF2B5EF4-FFF2-40B4-BE49-F238E27FC236}">
                <a16:creationId xmlns:a16="http://schemas.microsoft.com/office/drawing/2014/main" id="{C636ECA7-5E32-4DB5-9F77-B811E89799BE}"/>
              </a:ext>
            </a:extLst>
          </p:cNvPr>
          <p:cNvSpPr/>
          <p:nvPr/>
        </p:nvSpPr>
        <p:spPr>
          <a:xfrm>
            <a:off x="1278688" y="1305450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353;p32">
            <a:extLst>
              <a:ext uri="{FF2B5EF4-FFF2-40B4-BE49-F238E27FC236}">
                <a16:creationId xmlns:a16="http://schemas.microsoft.com/office/drawing/2014/main" id="{79DE2B16-8650-483A-BC05-F253B2140B9A}"/>
              </a:ext>
            </a:extLst>
          </p:cNvPr>
          <p:cNvSpPr/>
          <p:nvPr/>
        </p:nvSpPr>
        <p:spPr>
          <a:xfrm>
            <a:off x="4128365" y="1305906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" name="Google Shape;353;p32">
            <a:extLst>
              <a:ext uri="{FF2B5EF4-FFF2-40B4-BE49-F238E27FC236}">
                <a16:creationId xmlns:a16="http://schemas.microsoft.com/office/drawing/2014/main" id="{384B1C91-D9EE-4494-8FC4-1377C7C63D32}"/>
              </a:ext>
            </a:extLst>
          </p:cNvPr>
          <p:cNvSpPr/>
          <p:nvPr/>
        </p:nvSpPr>
        <p:spPr>
          <a:xfrm>
            <a:off x="6888026" y="1313262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Google Shape;353;p32">
            <a:extLst>
              <a:ext uri="{FF2B5EF4-FFF2-40B4-BE49-F238E27FC236}">
                <a16:creationId xmlns:a16="http://schemas.microsoft.com/office/drawing/2014/main" id="{36DA60BD-D92A-45D6-9386-44D720A09A08}"/>
              </a:ext>
            </a:extLst>
          </p:cNvPr>
          <p:cNvSpPr/>
          <p:nvPr/>
        </p:nvSpPr>
        <p:spPr>
          <a:xfrm>
            <a:off x="1278688" y="3063126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" name="Google Shape;353;p32">
            <a:extLst>
              <a:ext uri="{FF2B5EF4-FFF2-40B4-BE49-F238E27FC236}">
                <a16:creationId xmlns:a16="http://schemas.microsoft.com/office/drawing/2014/main" id="{8652F05A-2FE2-45A5-9262-FB05D9322BEA}"/>
              </a:ext>
            </a:extLst>
          </p:cNvPr>
          <p:cNvSpPr/>
          <p:nvPr/>
        </p:nvSpPr>
        <p:spPr>
          <a:xfrm>
            <a:off x="4128365" y="3065202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353;p32">
            <a:extLst>
              <a:ext uri="{FF2B5EF4-FFF2-40B4-BE49-F238E27FC236}">
                <a16:creationId xmlns:a16="http://schemas.microsoft.com/office/drawing/2014/main" id="{BBB93992-7481-4F6C-AC11-5B32CBDA6B5A}"/>
              </a:ext>
            </a:extLst>
          </p:cNvPr>
          <p:cNvSpPr/>
          <p:nvPr/>
        </p:nvSpPr>
        <p:spPr>
          <a:xfrm>
            <a:off x="6905466" y="3063126"/>
            <a:ext cx="780000" cy="5727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3038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3"/>
          <p:cNvSpPr/>
          <p:nvPr/>
        </p:nvSpPr>
        <p:spPr>
          <a:xfrm>
            <a:off x="1396511" y="1264556"/>
            <a:ext cx="2819437" cy="2395722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33"/>
          <p:cNvSpPr txBox="1">
            <a:spLocks noGrp="1"/>
          </p:cNvSpPr>
          <p:nvPr>
            <p:ph type="title"/>
          </p:nvPr>
        </p:nvSpPr>
        <p:spPr>
          <a:xfrm>
            <a:off x="4491888" y="1682463"/>
            <a:ext cx="3312300" cy="111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Tittle</a:t>
            </a:r>
            <a:br>
              <a:rPr lang="en-US" dirty="0"/>
            </a:br>
            <a:endParaRPr dirty="0"/>
          </a:p>
        </p:txBody>
      </p:sp>
      <p:sp>
        <p:nvSpPr>
          <p:cNvPr id="398" name="Google Shape;398;p33"/>
          <p:cNvSpPr txBox="1">
            <a:spLocks noGrp="1"/>
          </p:cNvSpPr>
          <p:nvPr>
            <p:ph type="subTitle" idx="1"/>
          </p:nvPr>
        </p:nvSpPr>
        <p:spPr>
          <a:xfrm>
            <a:off x="4491888" y="2553777"/>
            <a:ext cx="3588240" cy="6864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800" dirty="0"/>
              <a:t>Blockchain For Secure Transaction</a:t>
            </a:r>
            <a:endParaRPr sz="1800" dirty="0"/>
          </a:p>
        </p:txBody>
      </p:sp>
      <p:sp>
        <p:nvSpPr>
          <p:cNvPr id="399" name="Google Shape;399;p33"/>
          <p:cNvSpPr txBox="1">
            <a:spLocks noGrp="1"/>
          </p:cNvSpPr>
          <p:nvPr>
            <p:ph type="title" idx="2"/>
          </p:nvPr>
        </p:nvSpPr>
        <p:spPr>
          <a:xfrm>
            <a:off x="1931113" y="1872250"/>
            <a:ext cx="1728900" cy="11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400" name="Google Shape;400;p33"/>
          <p:cNvGrpSpPr/>
          <p:nvPr/>
        </p:nvGrpSpPr>
        <p:grpSpPr>
          <a:xfrm rot="10800000">
            <a:off x="8057882" y="382596"/>
            <a:ext cx="288601" cy="1096693"/>
            <a:chOff x="1006700" y="2603975"/>
            <a:chExt cx="55450" cy="210700"/>
          </a:xfrm>
        </p:grpSpPr>
        <p:sp>
          <p:nvSpPr>
            <p:cNvPr id="401" name="Google Shape;401;p33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" name="Google Shape;405;p33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07" name="Google Shape;407;p33"/>
          <p:cNvGrpSpPr/>
          <p:nvPr/>
        </p:nvGrpSpPr>
        <p:grpSpPr>
          <a:xfrm>
            <a:off x="558602" y="508321"/>
            <a:ext cx="781224" cy="726909"/>
            <a:chOff x="827350" y="3629733"/>
            <a:chExt cx="1431600" cy="1332067"/>
          </a:xfrm>
        </p:grpSpPr>
        <p:sp>
          <p:nvSpPr>
            <p:cNvPr id="408" name="Google Shape;408;p33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" name="Google Shape;409;p33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" name="Google Shape;410;p33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1387564" y="321673"/>
            <a:ext cx="356325" cy="331552"/>
            <a:chOff x="827350" y="3629733"/>
            <a:chExt cx="1431600" cy="1332067"/>
          </a:xfrm>
        </p:grpSpPr>
        <p:sp>
          <p:nvSpPr>
            <p:cNvPr id="412" name="Google Shape;412;p33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" name="Google Shape;413;p33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" name="Google Shape;414;p33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15" name="Google Shape;415;p33"/>
          <p:cNvGrpSpPr/>
          <p:nvPr/>
        </p:nvGrpSpPr>
        <p:grpSpPr>
          <a:xfrm>
            <a:off x="7535601" y="3848738"/>
            <a:ext cx="895180" cy="832942"/>
            <a:chOff x="827350" y="3629733"/>
            <a:chExt cx="1431600" cy="1332067"/>
          </a:xfrm>
        </p:grpSpPr>
        <p:sp>
          <p:nvSpPr>
            <p:cNvPr id="416" name="Google Shape;416;p33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19" name="Google Shape;419;p33"/>
          <p:cNvGrpSpPr/>
          <p:nvPr/>
        </p:nvGrpSpPr>
        <p:grpSpPr>
          <a:xfrm>
            <a:off x="7902683" y="2980240"/>
            <a:ext cx="598982" cy="557337"/>
            <a:chOff x="827350" y="3629733"/>
            <a:chExt cx="1431600" cy="1332067"/>
          </a:xfrm>
        </p:grpSpPr>
        <p:sp>
          <p:nvSpPr>
            <p:cNvPr id="420" name="Google Shape;420;p33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" name="Google Shape;421;p33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23" name="Google Shape;423;p33"/>
          <p:cNvGrpSpPr/>
          <p:nvPr/>
        </p:nvGrpSpPr>
        <p:grpSpPr>
          <a:xfrm>
            <a:off x="6634531" y="4239131"/>
            <a:ext cx="464268" cy="431989"/>
            <a:chOff x="827350" y="3629733"/>
            <a:chExt cx="1431600" cy="1332067"/>
          </a:xfrm>
        </p:grpSpPr>
        <p:sp>
          <p:nvSpPr>
            <p:cNvPr id="424" name="Google Shape;424;p33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27" name="Google Shape;427;p33"/>
          <p:cNvGrpSpPr/>
          <p:nvPr/>
        </p:nvGrpSpPr>
        <p:grpSpPr>
          <a:xfrm rot="5400000">
            <a:off x="962657" y="3906771"/>
            <a:ext cx="288601" cy="1096693"/>
            <a:chOff x="1006700" y="2603975"/>
            <a:chExt cx="55450" cy="210700"/>
          </a:xfrm>
        </p:grpSpPr>
        <p:sp>
          <p:nvSpPr>
            <p:cNvPr id="428" name="Google Shape;428;p33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" name="Google Shape;429;p33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" name="Google Shape;430;p33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" name="Google Shape;433;p33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BF9E-3B41-4406-BEF0-354999130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0" y="599201"/>
            <a:ext cx="3312300" cy="1113000"/>
          </a:xfrm>
        </p:spPr>
        <p:txBody>
          <a:bodyPr/>
          <a:lstStyle/>
          <a:p>
            <a:r>
              <a:rPr lang="en-US" dirty="0"/>
              <a:t>Introdiction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CA277-8161-40DF-A64B-1C309EBD6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1800" y="2226511"/>
            <a:ext cx="5981738" cy="2082838"/>
          </a:xfrm>
        </p:spPr>
        <p:txBody>
          <a:bodyPr/>
          <a:lstStyle/>
          <a:p>
            <a:pPr algn="just"/>
            <a:r>
              <a:rPr lang="en-US" dirty="0"/>
              <a:t>In today’s world, where almost everything happens online — from banking and shopping to data sharing — </a:t>
            </a:r>
            <a:r>
              <a:rPr lang="en-US" b="1" dirty="0"/>
              <a:t>security and trust</a:t>
            </a:r>
            <a:r>
              <a:rPr lang="en-US" dirty="0"/>
              <a:t> have become major concerns. Traditional systems often rely on central authorities, which can be vulnerable to hacking, fraud, or data manipulation.</a:t>
            </a:r>
          </a:p>
        </p:txBody>
      </p:sp>
      <p:sp>
        <p:nvSpPr>
          <p:cNvPr id="5" name="Google Shape;371;p32">
            <a:extLst>
              <a:ext uri="{FF2B5EF4-FFF2-40B4-BE49-F238E27FC236}">
                <a16:creationId xmlns:a16="http://schemas.microsoft.com/office/drawing/2014/main" id="{A7E9BDFA-FE56-42BC-98D7-524897484E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41123" y="865901"/>
            <a:ext cx="1699419" cy="8930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02</a:t>
            </a:r>
            <a:endParaRPr sz="4800" dirty="0"/>
          </a:p>
        </p:txBody>
      </p:sp>
      <p:sp>
        <p:nvSpPr>
          <p:cNvPr id="6" name="Google Shape;353;p32">
            <a:extLst>
              <a:ext uri="{FF2B5EF4-FFF2-40B4-BE49-F238E27FC236}">
                <a16:creationId xmlns:a16="http://schemas.microsoft.com/office/drawing/2014/main" id="{9C055231-E54B-47B3-B5BE-11C438C0EFA3}"/>
              </a:ext>
            </a:extLst>
          </p:cNvPr>
          <p:cNvSpPr/>
          <p:nvPr/>
        </p:nvSpPr>
        <p:spPr>
          <a:xfrm>
            <a:off x="1930362" y="834151"/>
            <a:ext cx="1120943" cy="931149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" name="Google Shape;302;p30">
            <a:extLst>
              <a:ext uri="{FF2B5EF4-FFF2-40B4-BE49-F238E27FC236}">
                <a16:creationId xmlns:a16="http://schemas.microsoft.com/office/drawing/2014/main" id="{ED46E250-5143-4509-9253-5A7EE2CB00C8}"/>
              </a:ext>
            </a:extLst>
          </p:cNvPr>
          <p:cNvGrpSpPr/>
          <p:nvPr/>
        </p:nvGrpSpPr>
        <p:grpSpPr>
          <a:xfrm>
            <a:off x="811552" y="3690209"/>
            <a:ext cx="781224" cy="726909"/>
            <a:chOff x="827350" y="3629733"/>
            <a:chExt cx="1431600" cy="1332067"/>
          </a:xfrm>
        </p:grpSpPr>
        <p:sp>
          <p:nvSpPr>
            <p:cNvPr id="8" name="Google Shape;303;p30">
              <a:extLst>
                <a:ext uri="{FF2B5EF4-FFF2-40B4-BE49-F238E27FC236}">
                  <a16:creationId xmlns:a16="http://schemas.microsoft.com/office/drawing/2014/main" id="{834B934F-2D68-497D-8549-7C1A179B6EF3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304;p30">
              <a:extLst>
                <a:ext uri="{FF2B5EF4-FFF2-40B4-BE49-F238E27FC236}">
                  <a16:creationId xmlns:a16="http://schemas.microsoft.com/office/drawing/2014/main" id="{987498EE-D45C-4864-A845-FE080ABC1EC5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305;p30">
              <a:extLst>
                <a:ext uri="{FF2B5EF4-FFF2-40B4-BE49-F238E27FC236}">
                  <a16:creationId xmlns:a16="http://schemas.microsoft.com/office/drawing/2014/main" id="{8BD0C662-1C88-41B0-B96B-98D0474C8B71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" name="Google Shape;423;p33">
            <a:extLst>
              <a:ext uri="{FF2B5EF4-FFF2-40B4-BE49-F238E27FC236}">
                <a16:creationId xmlns:a16="http://schemas.microsoft.com/office/drawing/2014/main" id="{3CD195A8-9C14-4A75-89C7-08F60140A87F}"/>
              </a:ext>
            </a:extLst>
          </p:cNvPr>
          <p:cNvGrpSpPr/>
          <p:nvPr/>
        </p:nvGrpSpPr>
        <p:grpSpPr>
          <a:xfrm>
            <a:off x="1969395" y="4234318"/>
            <a:ext cx="464268" cy="431989"/>
            <a:chOff x="827350" y="3629733"/>
            <a:chExt cx="1431600" cy="1332067"/>
          </a:xfrm>
        </p:grpSpPr>
        <p:sp>
          <p:nvSpPr>
            <p:cNvPr id="12" name="Google Shape;424;p33">
              <a:extLst>
                <a:ext uri="{FF2B5EF4-FFF2-40B4-BE49-F238E27FC236}">
                  <a16:creationId xmlns:a16="http://schemas.microsoft.com/office/drawing/2014/main" id="{4966EE52-EF3B-4704-BD10-3A0EFC95E05E}"/>
                </a:ext>
              </a:extLst>
            </p:cNvPr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425;p33">
              <a:extLst>
                <a:ext uri="{FF2B5EF4-FFF2-40B4-BE49-F238E27FC236}">
                  <a16:creationId xmlns:a16="http://schemas.microsoft.com/office/drawing/2014/main" id="{A45ECEF6-CD2F-4BEE-AD33-F6125E1C69C6}"/>
                </a:ext>
              </a:extLst>
            </p:cNvPr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426;p33">
              <a:extLst>
                <a:ext uri="{FF2B5EF4-FFF2-40B4-BE49-F238E27FC236}">
                  <a16:creationId xmlns:a16="http://schemas.microsoft.com/office/drawing/2014/main" id="{70D31B15-E74A-4316-8ACC-99685C17B782}"/>
                </a:ext>
              </a:extLst>
            </p:cNvPr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" name="Google Shape;377;p32">
            <a:extLst>
              <a:ext uri="{FF2B5EF4-FFF2-40B4-BE49-F238E27FC236}">
                <a16:creationId xmlns:a16="http://schemas.microsoft.com/office/drawing/2014/main" id="{57DE2C22-477F-41E1-A1FD-108AB69B4C7F}"/>
              </a:ext>
            </a:extLst>
          </p:cNvPr>
          <p:cNvGrpSpPr/>
          <p:nvPr/>
        </p:nvGrpSpPr>
        <p:grpSpPr>
          <a:xfrm rot="5400000">
            <a:off x="8112235" y="-226245"/>
            <a:ext cx="288601" cy="1096693"/>
            <a:chOff x="1006700" y="2603975"/>
            <a:chExt cx="55450" cy="210700"/>
          </a:xfrm>
        </p:grpSpPr>
        <p:sp>
          <p:nvSpPr>
            <p:cNvPr id="16" name="Google Shape;378;p32">
              <a:extLst>
                <a:ext uri="{FF2B5EF4-FFF2-40B4-BE49-F238E27FC236}">
                  <a16:creationId xmlns:a16="http://schemas.microsoft.com/office/drawing/2014/main" id="{711F0FA6-E89B-471D-ADC5-C224314EB5F4}"/>
                </a:ext>
              </a:extLst>
            </p:cNvPr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379;p32">
              <a:extLst>
                <a:ext uri="{FF2B5EF4-FFF2-40B4-BE49-F238E27FC236}">
                  <a16:creationId xmlns:a16="http://schemas.microsoft.com/office/drawing/2014/main" id="{59DAF183-860F-4300-B08E-6E140A0F4911}"/>
                </a:ext>
              </a:extLst>
            </p:cNvPr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380;p32">
              <a:extLst>
                <a:ext uri="{FF2B5EF4-FFF2-40B4-BE49-F238E27FC236}">
                  <a16:creationId xmlns:a16="http://schemas.microsoft.com/office/drawing/2014/main" id="{D5A1F7A9-BE60-4717-8400-AC38BF0D9519}"/>
                </a:ext>
              </a:extLst>
            </p:cNvPr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381;p32">
              <a:extLst>
                <a:ext uri="{FF2B5EF4-FFF2-40B4-BE49-F238E27FC236}">
                  <a16:creationId xmlns:a16="http://schemas.microsoft.com/office/drawing/2014/main" id="{D45CD79E-5FC6-402D-929A-FAE7CC0865CA}"/>
                </a:ext>
              </a:extLst>
            </p:cNvPr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382;p32">
              <a:extLst>
                <a:ext uri="{FF2B5EF4-FFF2-40B4-BE49-F238E27FC236}">
                  <a16:creationId xmlns:a16="http://schemas.microsoft.com/office/drawing/2014/main" id="{AC995380-B8CD-434F-A430-7872C222497C}"/>
                </a:ext>
              </a:extLst>
            </p:cNvPr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383;p32">
              <a:extLst>
                <a:ext uri="{FF2B5EF4-FFF2-40B4-BE49-F238E27FC236}">
                  <a16:creationId xmlns:a16="http://schemas.microsoft.com/office/drawing/2014/main" id="{ACD740FB-8D0B-4C66-AB93-42AD6AF8F4CA}"/>
                </a:ext>
              </a:extLst>
            </p:cNvPr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998053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5B4DF9-3E8E-46EA-8501-23BFFC74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1851" y="388759"/>
            <a:ext cx="4617075" cy="956400"/>
          </a:xfrm>
        </p:spPr>
        <p:txBody>
          <a:bodyPr/>
          <a:lstStyle/>
          <a:p>
            <a:r>
              <a:rPr lang="en-US" dirty="0"/>
              <a:t>What is Blockchain?</a:t>
            </a:r>
            <a:endParaRPr lang="en-US" sz="2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4DDFED-CDB1-46BB-85EC-DF89BE1C2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667" y="1843574"/>
            <a:ext cx="7475433" cy="3109425"/>
          </a:xfrm>
        </p:spPr>
        <p:txBody>
          <a:bodyPr/>
          <a:lstStyle/>
          <a:p>
            <a:r>
              <a:rPr lang="en-US" sz="2000" dirty="0"/>
              <a:t>A </a:t>
            </a:r>
            <a:r>
              <a:rPr lang="en-US" sz="2000" b="1" dirty="0"/>
              <a:t>blockchain</a:t>
            </a:r>
            <a:r>
              <a:rPr lang="en-US" sz="2000" dirty="0"/>
              <a:t> is like a </a:t>
            </a:r>
            <a:r>
              <a:rPr lang="en-US" sz="2000" b="1" dirty="0"/>
              <a:t>digital ledger</a:t>
            </a:r>
            <a:r>
              <a:rPr lang="en-US" sz="2000" dirty="0"/>
              <a:t> or record book that stores information in </a:t>
            </a:r>
            <a:r>
              <a:rPr lang="en-US" sz="2000" b="1" dirty="0"/>
              <a:t>blocks</a:t>
            </a:r>
            <a:r>
              <a:rPr lang="en-US" sz="2000" dirty="0"/>
              <a:t>, and these blocks are </a:t>
            </a:r>
            <a:r>
              <a:rPr lang="en-US" sz="2000" b="1" dirty="0"/>
              <a:t>linked together</a:t>
            </a:r>
            <a:r>
              <a:rPr lang="en-US" sz="2000" dirty="0"/>
              <a:t> in a </a:t>
            </a:r>
            <a:r>
              <a:rPr lang="en-US" sz="2000" b="1" dirty="0"/>
              <a:t>chain</a:t>
            </a:r>
            <a:r>
              <a:rPr lang="en-US" sz="2000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/>
              <a:t>Each block contains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139700" indent="0">
              <a:buNone/>
            </a:pPr>
            <a:r>
              <a:rPr lang="en-US" sz="2000" dirty="0"/>
              <a:t>	1. Transaction data</a:t>
            </a:r>
          </a:p>
          <a:p>
            <a:pPr marL="139700" indent="0">
              <a:buNone/>
            </a:pPr>
            <a:r>
              <a:rPr lang="en-US" sz="2000" dirty="0"/>
              <a:t>	2. A timestamp</a:t>
            </a:r>
          </a:p>
          <a:p>
            <a:pPr marL="139700" indent="0">
              <a:buNone/>
            </a:pPr>
            <a:r>
              <a:rPr lang="en-US" sz="2000" dirty="0"/>
              <a:t>	3. A unique code called a “hash”</a:t>
            </a:r>
          </a:p>
          <a:p>
            <a:endParaRPr lang="en-US" dirty="0"/>
          </a:p>
        </p:txBody>
      </p:sp>
      <p:grpSp>
        <p:nvGrpSpPr>
          <p:cNvPr id="541" name="Google Shape;541;p36"/>
          <p:cNvGrpSpPr/>
          <p:nvPr/>
        </p:nvGrpSpPr>
        <p:grpSpPr>
          <a:xfrm>
            <a:off x="424632" y="3695521"/>
            <a:ext cx="288601" cy="1096693"/>
            <a:chOff x="1006700" y="2603975"/>
            <a:chExt cx="55450" cy="210700"/>
          </a:xfrm>
        </p:grpSpPr>
        <p:sp>
          <p:nvSpPr>
            <p:cNvPr id="542" name="Google Shape;542;p36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3" name="Google Shape;543;p36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48" name="Google Shape;548;p36"/>
          <p:cNvGrpSpPr/>
          <p:nvPr/>
        </p:nvGrpSpPr>
        <p:grpSpPr>
          <a:xfrm>
            <a:off x="7449002" y="234402"/>
            <a:ext cx="1178637" cy="1096691"/>
            <a:chOff x="827350" y="3629733"/>
            <a:chExt cx="1431600" cy="1332067"/>
          </a:xfrm>
        </p:grpSpPr>
        <p:sp>
          <p:nvSpPr>
            <p:cNvPr id="549" name="Google Shape;549;p36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1" name="Google Shape;551;p36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52" name="Google Shape;552;p36"/>
          <p:cNvGrpSpPr/>
          <p:nvPr/>
        </p:nvGrpSpPr>
        <p:grpSpPr>
          <a:xfrm>
            <a:off x="7916327" y="1616596"/>
            <a:ext cx="781224" cy="726909"/>
            <a:chOff x="827350" y="3629733"/>
            <a:chExt cx="1431600" cy="1332067"/>
          </a:xfrm>
        </p:grpSpPr>
        <p:sp>
          <p:nvSpPr>
            <p:cNvPr id="553" name="Google Shape;553;p36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" name="Google Shape;554;p36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" name="Google Shape;555;p36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56" name="Google Shape;556;p36"/>
          <p:cNvGrpSpPr/>
          <p:nvPr/>
        </p:nvGrpSpPr>
        <p:grpSpPr>
          <a:xfrm>
            <a:off x="6886468" y="1490379"/>
            <a:ext cx="637062" cy="592770"/>
            <a:chOff x="827350" y="3629733"/>
            <a:chExt cx="1431600" cy="1332067"/>
          </a:xfrm>
        </p:grpSpPr>
        <p:sp>
          <p:nvSpPr>
            <p:cNvPr id="557" name="Google Shape;557;p36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" name="Google Shape;558;p36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" name="Google Shape;559;p36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60" name="Google Shape;560;p36"/>
          <p:cNvGrpSpPr/>
          <p:nvPr/>
        </p:nvGrpSpPr>
        <p:grpSpPr>
          <a:xfrm>
            <a:off x="6886468" y="329561"/>
            <a:ext cx="451240" cy="419868"/>
            <a:chOff x="827350" y="3629733"/>
            <a:chExt cx="1431600" cy="1332067"/>
          </a:xfrm>
        </p:grpSpPr>
        <p:sp>
          <p:nvSpPr>
            <p:cNvPr id="561" name="Google Shape;561;p36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" name="Google Shape;562;p36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" name="Google Shape;563;p36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7" name="Google Shape;568;p37">
            <a:extLst>
              <a:ext uri="{FF2B5EF4-FFF2-40B4-BE49-F238E27FC236}">
                <a16:creationId xmlns:a16="http://schemas.microsoft.com/office/drawing/2014/main" id="{7665F102-67E8-4528-803C-BB309B0ADAC1}"/>
              </a:ext>
            </a:extLst>
          </p:cNvPr>
          <p:cNvSpPr/>
          <p:nvPr/>
        </p:nvSpPr>
        <p:spPr>
          <a:xfrm>
            <a:off x="1697418" y="572839"/>
            <a:ext cx="791758" cy="72678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DFEA2C-9811-4393-96C8-73A3BF7CC556}"/>
              </a:ext>
            </a:extLst>
          </p:cNvPr>
          <p:cNvSpPr/>
          <p:nvPr/>
        </p:nvSpPr>
        <p:spPr>
          <a:xfrm>
            <a:off x="4380281" y="2417862"/>
            <a:ext cx="3834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" dirty="0"/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CD88F9-6222-4CD2-97AB-C300F19DA020}"/>
              </a:ext>
            </a:extLst>
          </p:cNvPr>
          <p:cNvSpPr/>
          <p:nvPr/>
        </p:nvSpPr>
        <p:spPr>
          <a:xfrm>
            <a:off x="1776582" y="643842"/>
            <a:ext cx="6976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3600" b="1" dirty="0">
                <a:solidFill>
                  <a:schemeClr val="bg1"/>
                </a:solidFill>
              </a:rPr>
              <a:t>03</a:t>
            </a:r>
            <a:endParaRPr 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/>
          <p:nvPr/>
        </p:nvSpPr>
        <p:spPr>
          <a:xfrm>
            <a:off x="1171928" y="248731"/>
            <a:ext cx="697539" cy="564157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5" name="Google Shape;795;p42"/>
          <p:cNvSpPr txBox="1">
            <a:spLocks noGrp="1"/>
          </p:cNvSpPr>
          <p:nvPr>
            <p:ph type="title"/>
          </p:nvPr>
        </p:nvSpPr>
        <p:spPr>
          <a:xfrm>
            <a:off x="984839" y="285129"/>
            <a:ext cx="680751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04 How Does Blockchain Work?</a:t>
            </a:r>
            <a:endParaRPr dirty="0"/>
          </a:p>
        </p:txBody>
      </p:sp>
      <p:grpSp>
        <p:nvGrpSpPr>
          <p:cNvPr id="797" name="Google Shape;797;p42"/>
          <p:cNvGrpSpPr/>
          <p:nvPr/>
        </p:nvGrpSpPr>
        <p:grpSpPr>
          <a:xfrm rot="10800000">
            <a:off x="206982" y="423196"/>
            <a:ext cx="288601" cy="1096693"/>
            <a:chOff x="1006700" y="2603975"/>
            <a:chExt cx="55450" cy="210700"/>
          </a:xfrm>
        </p:grpSpPr>
        <p:sp>
          <p:nvSpPr>
            <p:cNvPr id="798" name="Google Shape;798;p42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4" name="Google Shape;804;p42"/>
          <p:cNvGrpSpPr/>
          <p:nvPr/>
        </p:nvGrpSpPr>
        <p:grpSpPr>
          <a:xfrm>
            <a:off x="7882402" y="3927185"/>
            <a:ext cx="1096749" cy="1020364"/>
            <a:chOff x="827350" y="3629733"/>
            <a:chExt cx="1431600" cy="1332067"/>
          </a:xfrm>
        </p:grpSpPr>
        <p:sp>
          <p:nvSpPr>
            <p:cNvPr id="805" name="Google Shape;805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8" name="Google Shape;808;p42"/>
          <p:cNvGrpSpPr/>
          <p:nvPr/>
        </p:nvGrpSpPr>
        <p:grpSpPr>
          <a:xfrm>
            <a:off x="7771279" y="3271162"/>
            <a:ext cx="510366" cy="474882"/>
            <a:chOff x="827350" y="3629733"/>
            <a:chExt cx="1431600" cy="1332067"/>
          </a:xfrm>
        </p:grpSpPr>
        <p:sp>
          <p:nvSpPr>
            <p:cNvPr id="809" name="Google Shape;809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12" name="Google Shape;812;p42"/>
          <p:cNvGrpSpPr/>
          <p:nvPr/>
        </p:nvGrpSpPr>
        <p:grpSpPr>
          <a:xfrm>
            <a:off x="7247377" y="4412793"/>
            <a:ext cx="401134" cy="373245"/>
            <a:chOff x="827350" y="3629733"/>
            <a:chExt cx="1431600" cy="1332067"/>
          </a:xfrm>
        </p:grpSpPr>
        <p:sp>
          <p:nvSpPr>
            <p:cNvPr id="813" name="Google Shape;813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1260E625-6BED-4DB1-BAE5-E2D7806DEA97}"/>
              </a:ext>
            </a:extLst>
          </p:cNvPr>
          <p:cNvSpPr/>
          <p:nvPr/>
        </p:nvSpPr>
        <p:spPr>
          <a:xfrm>
            <a:off x="2427727" y="1052207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Here’s how it works in simple steps: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EE986-D8A7-489D-A1EC-082134B8D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0260" y="1891729"/>
            <a:ext cx="85587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requested.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transaction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verified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by multiple computers (called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in the blockchain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Once verified, the transaction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added to a new block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new block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linked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the previous one, forming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This updated chain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shared across all computers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so everyone has the same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"/>
          <p:cNvSpPr/>
          <p:nvPr/>
        </p:nvSpPr>
        <p:spPr>
          <a:xfrm>
            <a:off x="2890237" y="510300"/>
            <a:ext cx="3504213" cy="63210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3" name="Google Shape;483;p35"/>
          <p:cNvSpPr txBox="1">
            <a:spLocks noGrp="1"/>
          </p:cNvSpPr>
          <p:nvPr>
            <p:ph type="title" idx="6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Objectives</a:t>
            </a:r>
            <a:endParaRPr dirty="0"/>
          </a:p>
        </p:txBody>
      </p:sp>
      <p:grpSp>
        <p:nvGrpSpPr>
          <p:cNvPr id="484" name="Google Shape;484;p35"/>
          <p:cNvGrpSpPr/>
          <p:nvPr/>
        </p:nvGrpSpPr>
        <p:grpSpPr>
          <a:xfrm>
            <a:off x="8699757" y="487596"/>
            <a:ext cx="288601" cy="1096693"/>
            <a:chOff x="1006700" y="2603975"/>
            <a:chExt cx="55450" cy="210700"/>
          </a:xfrm>
        </p:grpSpPr>
        <p:sp>
          <p:nvSpPr>
            <p:cNvPr id="485" name="Google Shape;485;p35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35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35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35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35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1" name="Google Shape;491;p35"/>
          <p:cNvGrpSpPr/>
          <p:nvPr/>
        </p:nvGrpSpPr>
        <p:grpSpPr>
          <a:xfrm rot="5400000">
            <a:off x="759157" y="4251096"/>
            <a:ext cx="288601" cy="1096693"/>
            <a:chOff x="1006700" y="2603975"/>
            <a:chExt cx="55450" cy="210700"/>
          </a:xfrm>
        </p:grpSpPr>
        <p:sp>
          <p:nvSpPr>
            <p:cNvPr id="492" name="Google Shape;492;p35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35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35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35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35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35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98" name="Google Shape;498;p35"/>
          <p:cNvGrpSpPr/>
          <p:nvPr/>
        </p:nvGrpSpPr>
        <p:grpSpPr>
          <a:xfrm>
            <a:off x="6789999" y="3558452"/>
            <a:ext cx="1178637" cy="1096691"/>
            <a:chOff x="827350" y="3629733"/>
            <a:chExt cx="1431600" cy="1332067"/>
          </a:xfrm>
        </p:grpSpPr>
        <p:sp>
          <p:nvSpPr>
            <p:cNvPr id="499" name="Google Shape;499;p35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35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35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02" name="Google Shape;502;p35"/>
          <p:cNvGrpSpPr/>
          <p:nvPr/>
        </p:nvGrpSpPr>
        <p:grpSpPr>
          <a:xfrm>
            <a:off x="8040164" y="4235971"/>
            <a:ext cx="781224" cy="726909"/>
            <a:chOff x="827350" y="3629733"/>
            <a:chExt cx="1431600" cy="1332067"/>
          </a:xfrm>
        </p:grpSpPr>
        <p:sp>
          <p:nvSpPr>
            <p:cNvPr id="503" name="Google Shape;503;p35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35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35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06" name="Google Shape;506;p35"/>
          <p:cNvGrpSpPr/>
          <p:nvPr/>
        </p:nvGrpSpPr>
        <p:grpSpPr>
          <a:xfrm>
            <a:off x="142093" y="220619"/>
            <a:ext cx="464268" cy="431989"/>
            <a:chOff x="827350" y="3629733"/>
            <a:chExt cx="1431600" cy="1332067"/>
          </a:xfrm>
        </p:grpSpPr>
        <p:sp>
          <p:nvSpPr>
            <p:cNvPr id="507" name="Google Shape;507;p35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35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35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28" name="Google Shape;528;p35"/>
          <p:cNvSpPr txBox="1">
            <a:spLocks noGrp="1"/>
          </p:cNvSpPr>
          <p:nvPr>
            <p:ph type="title"/>
          </p:nvPr>
        </p:nvSpPr>
        <p:spPr>
          <a:xfrm rot="-1114">
            <a:off x="218650" y="1912145"/>
            <a:ext cx="3409289" cy="82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To understand the concept of blockchain technology.</a:t>
            </a:r>
            <a:endParaRPr dirty="0"/>
          </a:p>
        </p:txBody>
      </p:sp>
      <p:sp>
        <p:nvSpPr>
          <p:cNvPr id="529" name="Google Shape;529;p35"/>
          <p:cNvSpPr txBox="1">
            <a:spLocks noGrp="1"/>
          </p:cNvSpPr>
          <p:nvPr>
            <p:ph type="title" idx="2"/>
          </p:nvPr>
        </p:nvSpPr>
        <p:spPr>
          <a:xfrm>
            <a:off x="2945279" y="3401746"/>
            <a:ext cx="34094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285750" indent="-285750"/>
            <a:r>
              <a:rPr lang="en-US" dirty="0"/>
              <a:t>To explore real-world applications of blockchain.</a:t>
            </a:r>
            <a:endParaRPr dirty="0"/>
          </a:p>
        </p:txBody>
      </p:sp>
      <p:sp>
        <p:nvSpPr>
          <p:cNvPr id="530" name="Google Shape;530;p35"/>
          <p:cNvSpPr txBox="1">
            <a:spLocks noGrp="1"/>
          </p:cNvSpPr>
          <p:nvPr>
            <p:ph type="subTitle" idx="3"/>
          </p:nvPr>
        </p:nvSpPr>
        <p:spPr>
          <a:xfrm>
            <a:off x="3020461" y="4659000"/>
            <a:ext cx="27783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1" name="Google Shape;531;p35"/>
          <p:cNvSpPr txBox="1">
            <a:spLocks noGrp="1"/>
          </p:cNvSpPr>
          <p:nvPr>
            <p:ph type="title" idx="4"/>
          </p:nvPr>
        </p:nvSpPr>
        <p:spPr>
          <a:xfrm>
            <a:off x="5722766" y="2132913"/>
            <a:ext cx="3202718" cy="828300"/>
          </a:xfrm>
          <a:prstGeom prst="rect">
            <a:avLst/>
          </a:prstGeom>
        </p:spPr>
        <p:txBody>
          <a:bodyPr spcFirstLastPara="1" wrap="square" lIns="91425" tIns="91425" rIns="0" bIns="91425" anchor="b" anchorCtr="0">
            <a:noAutofit/>
          </a:bodyPr>
          <a:lstStyle/>
          <a:p>
            <a:r>
              <a:rPr lang="en-US" dirty="0"/>
              <a:t>To study how blockchain ensure secure transaction</a:t>
            </a:r>
            <a:br>
              <a:rPr lang="en-US" dirty="0"/>
            </a:br>
            <a:endParaRPr dirty="0"/>
          </a:p>
        </p:txBody>
      </p:sp>
      <p:sp>
        <p:nvSpPr>
          <p:cNvPr id="532" name="Google Shape;532;p35"/>
          <p:cNvSpPr txBox="1">
            <a:spLocks noGrp="1"/>
          </p:cNvSpPr>
          <p:nvPr>
            <p:ph type="subTitle" idx="5"/>
          </p:nvPr>
        </p:nvSpPr>
        <p:spPr>
          <a:xfrm>
            <a:off x="6210058" y="4577505"/>
            <a:ext cx="2778300" cy="4842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3" name="Google Shape;533;p35"/>
          <p:cNvSpPr txBox="1">
            <a:spLocks noGrp="1"/>
          </p:cNvSpPr>
          <p:nvPr>
            <p:ph type="subTitle" idx="1"/>
          </p:nvPr>
        </p:nvSpPr>
        <p:spPr>
          <a:xfrm rot="371">
            <a:off x="27" y="4680781"/>
            <a:ext cx="2778300" cy="4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/>
          <p:nvPr/>
        </p:nvSpPr>
        <p:spPr>
          <a:xfrm>
            <a:off x="1686656" y="438425"/>
            <a:ext cx="791758" cy="726780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9" name="Google Shape;569;p37"/>
          <p:cNvSpPr txBox="1">
            <a:spLocks noGrp="1"/>
          </p:cNvSpPr>
          <p:nvPr>
            <p:ph type="title"/>
          </p:nvPr>
        </p:nvSpPr>
        <p:spPr>
          <a:xfrm>
            <a:off x="112255" y="2242848"/>
            <a:ext cx="1036624" cy="5685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70" name="Google Shape;570;p37"/>
          <p:cNvCxnSpPr/>
          <p:nvPr/>
        </p:nvCxnSpPr>
        <p:spPr>
          <a:xfrm>
            <a:off x="4293136" y="2436055"/>
            <a:ext cx="37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71" name="Google Shape;571;p37"/>
          <p:cNvCxnSpPr/>
          <p:nvPr/>
        </p:nvCxnSpPr>
        <p:spPr>
          <a:xfrm>
            <a:off x="6504542" y="2436055"/>
            <a:ext cx="373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72" name="Google Shape;572;p37"/>
          <p:cNvSpPr txBox="1"/>
          <p:nvPr/>
        </p:nvSpPr>
        <p:spPr>
          <a:xfrm>
            <a:off x="2261935" y="333578"/>
            <a:ext cx="4808802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800" dirty="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rPr>
              <a:t>System Architecture</a:t>
            </a:r>
            <a:endParaRPr sz="28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73" name="Google Shape;573;p37"/>
          <p:cNvSpPr txBox="1"/>
          <p:nvPr/>
        </p:nvSpPr>
        <p:spPr>
          <a:xfrm>
            <a:off x="1545960" y="416443"/>
            <a:ext cx="932454" cy="492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06</a:t>
            </a:r>
            <a:endParaRPr sz="4000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74" name="Google Shape;574;p37"/>
          <p:cNvSpPr/>
          <p:nvPr/>
        </p:nvSpPr>
        <p:spPr>
          <a:xfrm rot="-5400000">
            <a:off x="1204035" y="2603342"/>
            <a:ext cx="2487451" cy="240"/>
          </a:xfrm>
          <a:custGeom>
            <a:avLst/>
            <a:gdLst/>
            <a:ahLst/>
            <a:cxnLst/>
            <a:rect l="l" t="t" r="r" b="b"/>
            <a:pathLst>
              <a:path w="5962" h="1" fill="none" extrusionOk="0">
                <a:moveTo>
                  <a:pt x="0" y="1"/>
                </a:moveTo>
                <a:lnTo>
                  <a:pt x="5962" y="1"/>
                </a:lnTo>
              </a:path>
            </a:pathLst>
          </a:custGeom>
          <a:noFill/>
          <a:ln w="95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5" name="Google Shape;575;p37"/>
          <p:cNvSpPr txBox="1"/>
          <p:nvPr/>
        </p:nvSpPr>
        <p:spPr>
          <a:xfrm>
            <a:off x="2640662" y="2471739"/>
            <a:ext cx="1667803" cy="31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buSzPts val="1100"/>
            </a:pPr>
            <a:r>
              <a:rPr lang="en-US" sz="1800" dirty="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rPr>
              <a:t>Application layer</a:t>
            </a:r>
            <a:endParaRPr sz="18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76" name="Google Shape;576;p37"/>
          <p:cNvSpPr txBox="1"/>
          <p:nvPr/>
        </p:nvSpPr>
        <p:spPr>
          <a:xfrm>
            <a:off x="4951898" y="3857238"/>
            <a:ext cx="1374771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rPr>
              <a:t>Network Layer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77" name="Google Shape;577;p37"/>
          <p:cNvSpPr txBox="1"/>
          <p:nvPr/>
        </p:nvSpPr>
        <p:spPr>
          <a:xfrm>
            <a:off x="4712810" y="2445010"/>
            <a:ext cx="1817413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rPr>
              <a:t>Contract Layer</a:t>
            </a:r>
            <a:endParaRPr sz="18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78" name="Google Shape;578;p37"/>
          <p:cNvSpPr txBox="1"/>
          <p:nvPr/>
        </p:nvSpPr>
        <p:spPr>
          <a:xfrm>
            <a:off x="4615010" y="2924748"/>
            <a:ext cx="1928369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79" name="Google Shape;579;p37"/>
          <p:cNvSpPr txBox="1"/>
          <p:nvPr/>
        </p:nvSpPr>
        <p:spPr>
          <a:xfrm>
            <a:off x="6877742" y="2448163"/>
            <a:ext cx="1817413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rPr>
              <a:t>Consensus layer</a:t>
            </a:r>
            <a:endParaRPr sz="18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80" name="Google Shape;580;p37"/>
          <p:cNvSpPr txBox="1"/>
          <p:nvPr/>
        </p:nvSpPr>
        <p:spPr>
          <a:xfrm>
            <a:off x="7071925" y="2877744"/>
            <a:ext cx="1539900" cy="7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81" name="Google Shape;581;p37"/>
          <p:cNvSpPr/>
          <p:nvPr/>
        </p:nvSpPr>
        <p:spPr>
          <a:xfrm>
            <a:off x="3228330" y="1284798"/>
            <a:ext cx="488100" cy="4881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1</a:t>
            </a:r>
            <a:endParaRPr sz="1500"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82" name="Google Shape;582;p37"/>
          <p:cNvSpPr/>
          <p:nvPr/>
        </p:nvSpPr>
        <p:spPr>
          <a:xfrm>
            <a:off x="5339082" y="1277814"/>
            <a:ext cx="488100" cy="4881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2</a:t>
            </a:r>
            <a:endParaRPr sz="1500"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7542397" y="1279098"/>
            <a:ext cx="488100" cy="4881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3</a:t>
            </a:r>
            <a:endParaRPr sz="1500"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584" name="Google Shape;584;p37"/>
          <p:cNvSpPr/>
          <p:nvPr/>
        </p:nvSpPr>
        <p:spPr>
          <a:xfrm rot="10800000" flipH="1">
            <a:off x="3449850" y="4947146"/>
            <a:ext cx="4703750" cy="67825"/>
          </a:xfrm>
          <a:custGeom>
            <a:avLst/>
            <a:gdLst/>
            <a:ahLst/>
            <a:cxnLst/>
            <a:rect l="l" t="t" r="r" b="b"/>
            <a:pathLst>
              <a:path w="5962" h="1" fill="none" extrusionOk="0">
                <a:moveTo>
                  <a:pt x="0" y="1"/>
                </a:moveTo>
                <a:lnTo>
                  <a:pt x="5962" y="1"/>
                </a:lnTo>
              </a:path>
            </a:pathLst>
          </a:custGeom>
          <a:noFill/>
          <a:ln w="95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5" name="Google Shape;585;p37"/>
          <p:cNvSpPr txBox="1"/>
          <p:nvPr/>
        </p:nvSpPr>
        <p:spPr>
          <a:xfrm>
            <a:off x="5040325" y="4264500"/>
            <a:ext cx="15228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US"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000" dirty="0">
              <a:solidFill>
                <a:schemeClr val="accen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grpSp>
        <p:nvGrpSpPr>
          <p:cNvPr id="586" name="Google Shape;586;p37"/>
          <p:cNvGrpSpPr/>
          <p:nvPr/>
        </p:nvGrpSpPr>
        <p:grpSpPr>
          <a:xfrm rot="10800000">
            <a:off x="8625741" y="206215"/>
            <a:ext cx="288601" cy="1096693"/>
            <a:chOff x="1006700" y="2603975"/>
            <a:chExt cx="55450" cy="210700"/>
          </a:xfrm>
        </p:grpSpPr>
        <p:sp>
          <p:nvSpPr>
            <p:cNvPr id="587" name="Google Shape;587;p37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93" name="Google Shape;593;p37"/>
          <p:cNvGrpSpPr/>
          <p:nvPr/>
        </p:nvGrpSpPr>
        <p:grpSpPr>
          <a:xfrm>
            <a:off x="770382" y="4217784"/>
            <a:ext cx="820307" cy="763275"/>
            <a:chOff x="827350" y="3629733"/>
            <a:chExt cx="1431600" cy="1332067"/>
          </a:xfrm>
        </p:grpSpPr>
        <p:sp>
          <p:nvSpPr>
            <p:cNvPr id="594" name="Google Shape;594;p3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97" name="Google Shape;597;p37"/>
          <p:cNvGrpSpPr/>
          <p:nvPr/>
        </p:nvGrpSpPr>
        <p:grpSpPr>
          <a:xfrm>
            <a:off x="128919" y="3624036"/>
            <a:ext cx="688313" cy="640458"/>
            <a:chOff x="827350" y="3629733"/>
            <a:chExt cx="1431600" cy="1332067"/>
          </a:xfrm>
        </p:grpSpPr>
        <p:sp>
          <p:nvSpPr>
            <p:cNvPr id="598" name="Google Shape;598;p37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14" name="Google Shape;614;p37"/>
          <p:cNvGrpSpPr/>
          <p:nvPr/>
        </p:nvGrpSpPr>
        <p:grpSpPr>
          <a:xfrm>
            <a:off x="3106878" y="4222724"/>
            <a:ext cx="319874" cy="419382"/>
            <a:chOff x="-4082800" y="3612425"/>
            <a:chExt cx="222150" cy="291825"/>
          </a:xfrm>
        </p:grpSpPr>
        <p:sp>
          <p:nvSpPr>
            <p:cNvPr id="615" name="Google Shape;615;p37"/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23" name="Google Shape;623;p37"/>
          <p:cNvSpPr/>
          <p:nvPr/>
        </p:nvSpPr>
        <p:spPr>
          <a:xfrm>
            <a:off x="4835537" y="2101674"/>
            <a:ext cx="1538695" cy="695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4" name="Google Shape;624;p37"/>
          <p:cNvSpPr/>
          <p:nvPr/>
        </p:nvSpPr>
        <p:spPr>
          <a:xfrm>
            <a:off x="2727690" y="2097460"/>
            <a:ext cx="1500291" cy="695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626" name="Google Shape;626;p37"/>
          <p:cNvCxnSpPr>
            <a:cxnSpLocks/>
          </p:cNvCxnSpPr>
          <p:nvPr/>
        </p:nvCxnSpPr>
        <p:spPr>
          <a:xfrm flipV="1">
            <a:off x="3457033" y="1812829"/>
            <a:ext cx="0" cy="27989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7" name="Google Shape;627;p37"/>
          <p:cNvCxnSpPr>
            <a:cxnSpLocks/>
            <a:endCxn id="623" idx="3"/>
          </p:cNvCxnSpPr>
          <p:nvPr/>
        </p:nvCxnSpPr>
        <p:spPr>
          <a:xfrm>
            <a:off x="5604885" y="1812829"/>
            <a:ext cx="0" cy="28884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37"/>
          <p:cNvCxnSpPr>
            <a:cxnSpLocks/>
            <a:stCxn id="80" idx="3"/>
          </p:cNvCxnSpPr>
          <p:nvPr/>
        </p:nvCxnSpPr>
        <p:spPr>
          <a:xfrm flipV="1">
            <a:off x="7767012" y="1812830"/>
            <a:ext cx="6597" cy="28884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624;p37">
            <a:extLst>
              <a:ext uri="{FF2B5EF4-FFF2-40B4-BE49-F238E27FC236}">
                <a16:creationId xmlns:a16="http://schemas.microsoft.com/office/drawing/2014/main" id="{8E4307C4-097E-432F-B9A6-88DCCD7C2C96}"/>
              </a:ext>
            </a:extLst>
          </p:cNvPr>
          <p:cNvSpPr/>
          <p:nvPr/>
        </p:nvSpPr>
        <p:spPr>
          <a:xfrm>
            <a:off x="6969143" y="2101674"/>
            <a:ext cx="1595737" cy="695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581;p37">
            <a:extLst>
              <a:ext uri="{FF2B5EF4-FFF2-40B4-BE49-F238E27FC236}">
                <a16:creationId xmlns:a16="http://schemas.microsoft.com/office/drawing/2014/main" id="{4D086FAE-6BAA-40B8-AA43-C9F908F90071}"/>
              </a:ext>
            </a:extLst>
          </p:cNvPr>
          <p:cNvSpPr/>
          <p:nvPr/>
        </p:nvSpPr>
        <p:spPr>
          <a:xfrm>
            <a:off x="7416482" y="3085307"/>
            <a:ext cx="488100" cy="4881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4</a:t>
            </a:r>
            <a:endParaRPr sz="1500"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2E878EA-D91C-4B06-9342-B5AF3CC51A44}"/>
              </a:ext>
            </a:extLst>
          </p:cNvPr>
          <p:cNvCxnSpPr>
            <a:cxnSpLocks/>
            <a:stCxn id="583" idx="6"/>
            <a:endCxn id="47" idx="6"/>
          </p:cNvCxnSpPr>
          <p:nvPr/>
        </p:nvCxnSpPr>
        <p:spPr>
          <a:xfrm flipH="1">
            <a:off x="7904582" y="1523148"/>
            <a:ext cx="125915" cy="1806209"/>
          </a:xfrm>
          <a:prstGeom prst="bentConnector3">
            <a:avLst>
              <a:gd name="adj1" fmla="val -6939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Google Shape;624;p37">
            <a:extLst>
              <a:ext uri="{FF2B5EF4-FFF2-40B4-BE49-F238E27FC236}">
                <a16:creationId xmlns:a16="http://schemas.microsoft.com/office/drawing/2014/main" id="{14215B46-9AD9-4B8A-9213-588B1B3E3AF0}"/>
              </a:ext>
            </a:extLst>
          </p:cNvPr>
          <p:cNvSpPr/>
          <p:nvPr/>
        </p:nvSpPr>
        <p:spPr>
          <a:xfrm>
            <a:off x="6910386" y="3892665"/>
            <a:ext cx="1500291" cy="695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76" name="Google Shape;626;p37">
            <a:extLst>
              <a:ext uri="{FF2B5EF4-FFF2-40B4-BE49-F238E27FC236}">
                <a16:creationId xmlns:a16="http://schemas.microsoft.com/office/drawing/2014/main" id="{1227A3E8-68A7-43BC-8976-DAF79369ACFA}"/>
              </a:ext>
            </a:extLst>
          </p:cNvPr>
          <p:cNvCxnSpPr>
            <a:cxnSpLocks/>
          </p:cNvCxnSpPr>
          <p:nvPr/>
        </p:nvCxnSpPr>
        <p:spPr>
          <a:xfrm flipV="1">
            <a:off x="7666773" y="3612770"/>
            <a:ext cx="0" cy="27989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581;p37">
            <a:extLst>
              <a:ext uri="{FF2B5EF4-FFF2-40B4-BE49-F238E27FC236}">
                <a16:creationId xmlns:a16="http://schemas.microsoft.com/office/drawing/2014/main" id="{D84B00AB-2FF7-4B46-BE95-05F32982C471}"/>
              </a:ext>
            </a:extLst>
          </p:cNvPr>
          <p:cNvSpPr/>
          <p:nvPr/>
        </p:nvSpPr>
        <p:spPr>
          <a:xfrm>
            <a:off x="5360834" y="3085307"/>
            <a:ext cx="488100" cy="4881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rPr>
              <a:t>5</a:t>
            </a:r>
            <a:endParaRPr sz="1500" dirty="0">
              <a:solidFill>
                <a:schemeClr val="lt1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79" name="Google Shape;624;p37">
            <a:extLst>
              <a:ext uri="{FF2B5EF4-FFF2-40B4-BE49-F238E27FC236}">
                <a16:creationId xmlns:a16="http://schemas.microsoft.com/office/drawing/2014/main" id="{CB56C345-F96E-4B7F-9399-5B990CB9FFE8}"/>
              </a:ext>
            </a:extLst>
          </p:cNvPr>
          <p:cNvSpPr/>
          <p:nvPr/>
        </p:nvSpPr>
        <p:spPr>
          <a:xfrm>
            <a:off x="4873941" y="3892665"/>
            <a:ext cx="1500291" cy="6951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81" name="Google Shape;626;p37">
            <a:extLst>
              <a:ext uri="{FF2B5EF4-FFF2-40B4-BE49-F238E27FC236}">
                <a16:creationId xmlns:a16="http://schemas.microsoft.com/office/drawing/2014/main" id="{093FD181-6867-4A07-8C48-29CACE7E9AB4}"/>
              </a:ext>
            </a:extLst>
          </p:cNvPr>
          <p:cNvCxnSpPr>
            <a:cxnSpLocks/>
          </p:cNvCxnSpPr>
          <p:nvPr/>
        </p:nvCxnSpPr>
        <p:spPr>
          <a:xfrm flipV="1">
            <a:off x="5604884" y="3612769"/>
            <a:ext cx="0" cy="279895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" name="Google Shape;571;p37">
            <a:extLst>
              <a:ext uri="{FF2B5EF4-FFF2-40B4-BE49-F238E27FC236}">
                <a16:creationId xmlns:a16="http://schemas.microsoft.com/office/drawing/2014/main" id="{A2B047F2-BA74-46EE-82DC-7F04DA57FF3D}"/>
              </a:ext>
            </a:extLst>
          </p:cNvPr>
          <p:cNvCxnSpPr>
            <a:cxnSpLocks/>
          </p:cNvCxnSpPr>
          <p:nvPr/>
        </p:nvCxnSpPr>
        <p:spPr>
          <a:xfrm flipH="1">
            <a:off x="6440465" y="4217784"/>
            <a:ext cx="399959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D149D44-4F0A-4DFE-91C2-A9025F0C80FA}"/>
              </a:ext>
            </a:extLst>
          </p:cNvPr>
          <p:cNvSpPr/>
          <p:nvPr/>
        </p:nvSpPr>
        <p:spPr>
          <a:xfrm>
            <a:off x="7105311" y="3907376"/>
            <a:ext cx="10198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SzPts val="1100"/>
            </a:pPr>
            <a:r>
              <a:rPr lang="en-US" sz="1800" dirty="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rPr>
              <a:t>Data</a:t>
            </a:r>
          </a:p>
          <a:p>
            <a:pPr lvl="0" algn="ctr">
              <a:buSzPts val="1100"/>
            </a:pPr>
            <a:r>
              <a:rPr lang="en-US" sz="1800" dirty="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rPr>
              <a:t> Layer</a:t>
            </a:r>
          </a:p>
        </p:txBody>
      </p:sp>
      <p:grpSp>
        <p:nvGrpSpPr>
          <p:cNvPr id="88" name="Google Shape;614;p37">
            <a:extLst>
              <a:ext uri="{FF2B5EF4-FFF2-40B4-BE49-F238E27FC236}">
                <a16:creationId xmlns:a16="http://schemas.microsoft.com/office/drawing/2014/main" id="{5E04B964-356E-4BE4-B4A1-EFF9BAF088C6}"/>
              </a:ext>
            </a:extLst>
          </p:cNvPr>
          <p:cNvGrpSpPr/>
          <p:nvPr/>
        </p:nvGrpSpPr>
        <p:grpSpPr>
          <a:xfrm>
            <a:off x="2664551" y="3776699"/>
            <a:ext cx="319874" cy="419382"/>
            <a:chOff x="-4082800" y="3612425"/>
            <a:chExt cx="222150" cy="291825"/>
          </a:xfrm>
        </p:grpSpPr>
        <p:sp>
          <p:nvSpPr>
            <p:cNvPr id="89" name="Google Shape;615;p37">
              <a:extLst>
                <a:ext uri="{FF2B5EF4-FFF2-40B4-BE49-F238E27FC236}">
                  <a16:creationId xmlns:a16="http://schemas.microsoft.com/office/drawing/2014/main" id="{1B8260EB-B824-4887-B5E1-B8C1BECC672D}"/>
                </a:ext>
              </a:extLst>
            </p:cNvPr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616;p37">
              <a:extLst>
                <a:ext uri="{FF2B5EF4-FFF2-40B4-BE49-F238E27FC236}">
                  <a16:creationId xmlns:a16="http://schemas.microsoft.com/office/drawing/2014/main" id="{8A77CD0C-36EF-4DF4-9945-EC999CA8254F}"/>
                </a:ext>
              </a:extLst>
            </p:cNvPr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617;p37">
              <a:extLst>
                <a:ext uri="{FF2B5EF4-FFF2-40B4-BE49-F238E27FC236}">
                  <a16:creationId xmlns:a16="http://schemas.microsoft.com/office/drawing/2014/main" id="{D02318A5-5F51-47B6-BEC6-5998231FFFE9}"/>
                </a:ext>
              </a:extLst>
            </p:cNvPr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8"/>
          <p:cNvSpPr txBox="1">
            <a:spLocks noGrp="1"/>
          </p:cNvSpPr>
          <p:nvPr>
            <p:ph type="title" idx="6"/>
          </p:nvPr>
        </p:nvSpPr>
        <p:spPr>
          <a:xfrm>
            <a:off x="60204" y="3606557"/>
            <a:ext cx="617986" cy="5923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635" name="Google Shape;635;p38"/>
          <p:cNvSpPr txBox="1">
            <a:spLocks noGrp="1"/>
          </p:cNvSpPr>
          <p:nvPr>
            <p:ph type="title"/>
          </p:nvPr>
        </p:nvSpPr>
        <p:spPr>
          <a:xfrm>
            <a:off x="-44598" y="4725534"/>
            <a:ext cx="853440" cy="3734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accent1"/>
              </a:solidFill>
            </a:endParaRPr>
          </a:p>
        </p:txBody>
      </p:sp>
      <p:sp>
        <p:nvSpPr>
          <p:cNvPr id="637" name="Google Shape;637;p38"/>
          <p:cNvSpPr txBox="1">
            <a:spLocks noGrp="1"/>
          </p:cNvSpPr>
          <p:nvPr>
            <p:ph type="title" idx="2"/>
          </p:nvPr>
        </p:nvSpPr>
        <p:spPr>
          <a:xfrm>
            <a:off x="35412" y="4182439"/>
            <a:ext cx="693420" cy="472439"/>
          </a:xfrm>
          <a:prstGeom prst="rect">
            <a:avLst/>
          </a:prstGeom>
        </p:spPr>
        <p:txBody>
          <a:bodyPr spcFirstLastPara="1" wrap="square" lIns="45700" tIns="91425" rIns="45700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>
              <a:solidFill>
                <a:schemeClr val="accent1"/>
              </a:solidFill>
            </a:endParaRPr>
          </a:p>
        </p:txBody>
      </p:sp>
      <p:sp>
        <p:nvSpPr>
          <p:cNvPr id="639" name="Google Shape;639;p38"/>
          <p:cNvSpPr txBox="1">
            <a:spLocks noGrp="1"/>
          </p:cNvSpPr>
          <p:nvPr>
            <p:ph type="title" idx="4"/>
          </p:nvPr>
        </p:nvSpPr>
        <p:spPr>
          <a:xfrm>
            <a:off x="3118461" y="965056"/>
            <a:ext cx="2907078" cy="4008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2800" dirty="0">
                <a:solidFill>
                  <a:schemeClr val="accent1"/>
                </a:solidFill>
              </a:rPr>
              <a:t>Conclusion </a:t>
            </a:r>
            <a:endParaRPr sz="2800" dirty="0">
              <a:solidFill>
                <a:schemeClr val="accent1"/>
              </a:solidFill>
            </a:endParaRPr>
          </a:p>
        </p:txBody>
      </p:sp>
      <p:sp>
        <p:nvSpPr>
          <p:cNvPr id="640" name="Google Shape;640;p38"/>
          <p:cNvSpPr txBox="1">
            <a:spLocks noGrp="1"/>
          </p:cNvSpPr>
          <p:nvPr>
            <p:ph type="subTitle" idx="5"/>
          </p:nvPr>
        </p:nvSpPr>
        <p:spPr>
          <a:xfrm>
            <a:off x="1272576" y="2039227"/>
            <a:ext cx="6598848" cy="2551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To conclude, </a:t>
            </a:r>
            <a:r>
              <a:rPr lang="en-US" sz="1800" b="1" dirty="0"/>
              <a:t>Blockchain is a revolutionary technology</a:t>
            </a:r>
            <a:r>
              <a:rPr lang="en-US" sz="1800" dirty="0"/>
              <a:t> that brings </a:t>
            </a:r>
            <a:r>
              <a:rPr lang="en-US" sz="1800" b="1" dirty="0"/>
              <a:t>security, transparency, and trust</a:t>
            </a:r>
            <a:r>
              <a:rPr lang="en-US" sz="1800" dirty="0"/>
              <a:t> to digital transactions.</a:t>
            </a:r>
            <a:br>
              <a:rPr lang="en-US" sz="1800" dirty="0"/>
            </a:br>
            <a:r>
              <a:rPr lang="en-US" sz="1800" dirty="0"/>
              <a:t>It has the potential to transform industries and make our online world </a:t>
            </a:r>
            <a:r>
              <a:rPr lang="en-US" sz="1800" b="1" dirty="0"/>
              <a:t>more reliable and efficient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In the future, </a:t>
            </a:r>
            <a:r>
              <a:rPr lang="en-US" sz="1800" b="1" dirty="0"/>
              <a:t>blockchain-based systems</a:t>
            </a:r>
            <a:r>
              <a:rPr lang="en-US" sz="1800" dirty="0"/>
              <a:t> will play a key role in ensuring </a:t>
            </a:r>
            <a:r>
              <a:rPr lang="en-US" sz="1800" b="1" dirty="0"/>
              <a:t>safe and secure digital transactions</a:t>
            </a:r>
            <a:r>
              <a:rPr lang="en-US" sz="1800" dirty="0"/>
              <a:t> across the globe.</a:t>
            </a:r>
          </a:p>
        </p:txBody>
      </p:sp>
      <p:grpSp>
        <p:nvGrpSpPr>
          <p:cNvPr id="641" name="Google Shape;641;p38"/>
          <p:cNvGrpSpPr/>
          <p:nvPr/>
        </p:nvGrpSpPr>
        <p:grpSpPr>
          <a:xfrm rot="5400000">
            <a:off x="8214708" y="4328923"/>
            <a:ext cx="298498" cy="1096693"/>
            <a:chOff x="1006700" y="2603975"/>
            <a:chExt cx="55450" cy="210700"/>
          </a:xfrm>
        </p:grpSpPr>
        <p:sp>
          <p:nvSpPr>
            <p:cNvPr id="642" name="Google Shape;642;p38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38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38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38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38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48" name="Google Shape;648;p38"/>
          <p:cNvGrpSpPr/>
          <p:nvPr/>
        </p:nvGrpSpPr>
        <p:grpSpPr>
          <a:xfrm>
            <a:off x="541782" y="830221"/>
            <a:ext cx="820307" cy="789451"/>
            <a:chOff x="827350" y="3629733"/>
            <a:chExt cx="1431600" cy="1332067"/>
          </a:xfrm>
        </p:grpSpPr>
        <p:sp>
          <p:nvSpPr>
            <p:cNvPr id="649" name="Google Shape;649;p38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52" name="Google Shape;652;p38"/>
          <p:cNvGrpSpPr/>
          <p:nvPr/>
        </p:nvGrpSpPr>
        <p:grpSpPr>
          <a:xfrm>
            <a:off x="1310019" y="302634"/>
            <a:ext cx="688313" cy="662422"/>
            <a:chOff x="827350" y="3629733"/>
            <a:chExt cx="1431600" cy="1332067"/>
          </a:xfrm>
        </p:grpSpPr>
        <p:sp>
          <p:nvSpPr>
            <p:cNvPr id="653" name="Google Shape;653;p38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56" name="Google Shape;656;p38"/>
          <p:cNvGrpSpPr/>
          <p:nvPr/>
        </p:nvGrpSpPr>
        <p:grpSpPr>
          <a:xfrm>
            <a:off x="541779" y="177839"/>
            <a:ext cx="491325" cy="472843"/>
            <a:chOff x="827350" y="3629733"/>
            <a:chExt cx="1431600" cy="1332067"/>
          </a:xfrm>
        </p:grpSpPr>
        <p:sp>
          <p:nvSpPr>
            <p:cNvPr id="657" name="Google Shape;657;p38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9" name="Google Shape;794;p42">
            <a:extLst>
              <a:ext uri="{FF2B5EF4-FFF2-40B4-BE49-F238E27FC236}">
                <a16:creationId xmlns:a16="http://schemas.microsoft.com/office/drawing/2014/main" id="{45CCB924-3A29-4F8A-8D13-50ED8EDAF1D3}"/>
              </a:ext>
            </a:extLst>
          </p:cNvPr>
          <p:cNvSpPr/>
          <p:nvPr/>
        </p:nvSpPr>
        <p:spPr>
          <a:xfrm>
            <a:off x="2598421" y="520242"/>
            <a:ext cx="4137660" cy="789374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2"/>
          <p:cNvSpPr/>
          <p:nvPr/>
        </p:nvSpPr>
        <p:spPr>
          <a:xfrm>
            <a:off x="1261961" y="1018769"/>
            <a:ext cx="6379172" cy="1085745"/>
          </a:xfrm>
          <a:prstGeom prst="snip2DiagRect">
            <a:avLst>
              <a:gd name="adj1" fmla="val 0"/>
              <a:gd name="adj2" fmla="val 2214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95" name="Google Shape;795;p42"/>
          <p:cNvSpPr txBox="1">
            <a:spLocks noGrp="1"/>
          </p:cNvSpPr>
          <p:nvPr>
            <p:ph type="title"/>
          </p:nvPr>
        </p:nvSpPr>
        <p:spPr>
          <a:xfrm>
            <a:off x="1095308" y="1531814"/>
            <a:ext cx="583315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4800" dirty="0"/>
              <a:t>     Thanks !!</a:t>
            </a:r>
            <a:br>
              <a:rPr lang="en-US" sz="3200" dirty="0"/>
            </a:br>
            <a:endParaRPr sz="3200" dirty="0"/>
          </a:p>
        </p:txBody>
      </p:sp>
      <p:grpSp>
        <p:nvGrpSpPr>
          <p:cNvPr id="797" name="Google Shape;797;p42"/>
          <p:cNvGrpSpPr/>
          <p:nvPr/>
        </p:nvGrpSpPr>
        <p:grpSpPr>
          <a:xfrm rot="10800000">
            <a:off x="206982" y="423196"/>
            <a:ext cx="288601" cy="1096693"/>
            <a:chOff x="1006700" y="2603975"/>
            <a:chExt cx="55450" cy="210700"/>
          </a:xfrm>
        </p:grpSpPr>
        <p:sp>
          <p:nvSpPr>
            <p:cNvPr id="798" name="Google Shape;798;p42"/>
            <p:cNvSpPr/>
            <p:nvPr/>
          </p:nvSpPr>
          <p:spPr>
            <a:xfrm>
              <a:off x="1006700" y="262997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42"/>
            <p:cNvSpPr/>
            <p:nvPr/>
          </p:nvSpPr>
          <p:spPr>
            <a:xfrm>
              <a:off x="1032700" y="260397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42"/>
            <p:cNvSpPr/>
            <p:nvPr/>
          </p:nvSpPr>
          <p:spPr>
            <a:xfrm>
              <a:off x="1006700" y="2707200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42"/>
            <p:cNvSpPr/>
            <p:nvPr/>
          </p:nvSpPr>
          <p:spPr>
            <a:xfrm>
              <a:off x="1032700" y="2681600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42"/>
            <p:cNvSpPr/>
            <p:nvPr/>
          </p:nvSpPr>
          <p:spPr>
            <a:xfrm>
              <a:off x="1006700" y="2785225"/>
              <a:ext cx="55450" cy="3850"/>
            </a:xfrm>
            <a:custGeom>
              <a:avLst/>
              <a:gdLst/>
              <a:ahLst/>
              <a:cxnLst/>
              <a:rect l="l" t="t" r="r" b="b"/>
              <a:pathLst>
                <a:path w="2218" h="154" extrusionOk="0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42"/>
            <p:cNvSpPr/>
            <p:nvPr/>
          </p:nvSpPr>
          <p:spPr>
            <a:xfrm>
              <a:off x="1032700" y="2759225"/>
              <a:ext cx="3850" cy="55450"/>
            </a:xfrm>
            <a:custGeom>
              <a:avLst/>
              <a:gdLst/>
              <a:ahLst/>
              <a:cxnLst/>
              <a:rect l="l" t="t" r="r" b="b"/>
              <a:pathLst>
                <a:path w="154" h="2218" extrusionOk="0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4" name="Google Shape;804;p42"/>
          <p:cNvGrpSpPr/>
          <p:nvPr/>
        </p:nvGrpSpPr>
        <p:grpSpPr>
          <a:xfrm>
            <a:off x="7882402" y="3927185"/>
            <a:ext cx="1096749" cy="1020364"/>
            <a:chOff x="827350" y="3629733"/>
            <a:chExt cx="1431600" cy="1332067"/>
          </a:xfrm>
        </p:grpSpPr>
        <p:sp>
          <p:nvSpPr>
            <p:cNvPr id="805" name="Google Shape;805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08" name="Google Shape;808;p42"/>
          <p:cNvGrpSpPr/>
          <p:nvPr/>
        </p:nvGrpSpPr>
        <p:grpSpPr>
          <a:xfrm>
            <a:off x="7771279" y="3271162"/>
            <a:ext cx="510366" cy="474882"/>
            <a:chOff x="827350" y="3629733"/>
            <a:chExt cx="1431600" cy="1332067"/>
          </a:xfrm>
        </p:grpSpPr>
        <p:sp>
          <p:nvSpPr>
            <p:cNvPr id="809" name="Google Shape;809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12" name="Google Shape;812;p42"/>
          <p:cNvGrpSpPr/>
          <p:nvPr/>
        </p:nvGrpSpPr>
        <p:grpSpPr>
          <a:xfrm>
            <a:off x="7247377" y="4412793"/>
            <a:ext cx="401134" cy="373245"/>
            <a:chOff x="827350" y="3629733"/>
            <a:chExt cx="1431600" cy="1332067"/>
          </a:xfrm>
        </p:grpSpPr>
        <p:sp>
          <p:nvSpPr>
            <p:cNvPr id="813" name="Google Shape;813;p42"/>
            <p:cNvSpPr/>
            <p:nvPr/>
          </p:nvSpPr>
          <p:spPr>
            <a:xfrm>
              <a:off x="827350" y="3629733"/>
              <a:ext cx="778157" cy="1291383"/>
            </a:xfrm>
            <a:custGeom>
              <a:avLst/>
              <a:gdLst/>
              <a:ahLst/>
              <a:cxnLst/>
              <a:rect l="l" t="t" r="r" b="b"/>
              <a:pathLst>
                <a:path w="13752" h="22822" extrusionOk="0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180440" y="4291834"/>
              <a:ext cx="1078510" cy="669966"/>
            </a:xfrm>
            <a:custGeom>
              <a:avLst/>
              <a:gdLst/>
              <a:ahLst/>
              <a:cxnLst/>
              <a:rect l="l" t="t" r="r" b="b"/>
              <a:pathLst>
                <a:path w="19060" h="11840" extrusionOk="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1251454" y="3629733"/>
              <a:ext cx="1007496" cy="702842"/>
            </a:xfrm>
            <a:custGeom>
              <a:avLst/>
              <a:gdLst/>
              <a:ahLst/>
              <a:cxnLst/>
              <a:rect l="l" t="t" r="r" b="b"/>
              <a:pathLst>
                <a:path w="17805" h="12421" extrusionOk="0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4" name="Google Shape;614;p37">
            <a:extLst>
              <a:ext uri="{FF2B5EF4-FFF2-40B4-BE49-F238E27FC236}">
                <a16:creationId xmlns:a16="http://schemas.microsoft.com/office/drawing/2014/main" id="{AA82E90A-F164-4736-A898-DF573895A01D}"/>
              </a:ext>
            </a:extLst>
          </p:cNvPr>
          <p:cNvGrpSpPr/>
          <p:nvPr/>
        </p:nvGrpSpPr>
        <p:grpSpPr>
          <a:xfrm>
            <a:off x="1430935" y="3915040"/>
            <a:ext cx="319874" cy="419382"/>
            <a:chOff x="-4082800" y="3612425"/>
            <a:chExt cx="222150" cy="291825"/>
          </a:xfrm>
        </p:grpSpPr>
        <p:sp>
          <p:nvSpPr>
            <p:cNvPr id="25" name="Google Shape;615;p37">
              <a:extLst>
                <a:ext uri="{FF2B5EF4-FFF2-40B4-BE49-F238E27FC236}">
                  <a16:creationId xmlns:a16="http://schemas.microsoft.com/office/drawing/2014/main" id="{C1953E49-4FF0-487A-B5F1-DB444061598F}"/>
                </a:ext>
              </a:extLst>
            </p:cNvPr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16;p37">
              <a:extLst>
                <a:ext uri="{FF2B5EF4-FFF2-40B4-BE49-F238E27FC236}">
                  <a16:creationId xmlns:a16="http://schemas.microsoft.com/office/drawing/2014/main" id="{7C8BEC40-F85C-4955-8BF8-0529ADF99426}"/>
                </a:ext>
              </a:extLst>
            </p:cNvPr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17;p37">
              <a:extLst>
                <a:ext uri="{FF2B5EF4-FFF2-40B4-BE49-F238E27FC236}">
                  <a16:creationId xmlns:a16="http://schemas.microsoft.com/office/drawing/2014/main" id="{20BCF3C0-A792-42C8-B636-D0AE32A0C321}"/>
                </a:ext>
              </a:extLst>
            </p:cNvPr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8" name="Google Shape;614;p37">
            <a:extLst>
              <a:ext uri="{FF2B5EF4-FFF2-40B4-BE49-F238E27FC236}">
                <a16:creationId xmlns:a16="http://schemas.microsoft.com/office/drawing/2014/main" id="{491703E3-1877-4931-95F4-10EB34B787D6}"/>
              </a:ext>
            </a:extLst>
          </p:cNvPr>
          <p:cNvGrpSpPr/>
          <p:nvPr/>
        </p:nvGrpSpPr>
        <p:grpSpPr>
          <a:xfrm>
            <a:off x="1837520" y="4146454"/>
            <a:ext cx="319874" cy="419382"/>
            <a:chOff x="-4082800" y="3612425"/>
            <a:chExt cx="222150" cy="291825"/>
          </a:xfrm>
        </p:grpSpPr>
        <p:sp>
          <p:nvSpPr>
            <p:cNvPr id="29" name="Google Shape;615;p37">
              <a:extLst>
                <a:ext uri="{FF2B5EF4-FFF2-40B4-BE49-F238E27FC236}">
                  <a16:creationId xmlns:a16="http://schemas.microsoft.com/office/drawing/2014/main" id="{48892302-F58E-43A0-9E40-E63830993295}"/>
                </a:ext>
              </a:extLst>
            </p:cNvPr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616;p37">
              <a:extLst>
                <a:ext uri="{FF2B5EF4-FFF2-40B4-BE49-F238E27FC236}">
                  <a16:creationId xmlns:a16="http://schemas.microsoft.com/office/drawing/2014/main" id="{0E5634DD-785E-4893-AF92-BE839EAD45CA}"/>
                </a:ext>
              </a:extLst>
            </p:cNvPr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617;p37">
              <a:extLst>
                <a:ext uri="{FF2B5EF4-FFF2-40B4-BE49-F238E27FC236}">
                  <a16:creationId xmlns:a16="http://schemas.microsoft.com/office/drawing/2014/main" id="{265B5763-8E02-4235-B0A7-AEF6EF0208AB}"/>
                </a:ext>
              </a:extLst>
            </p:cNvPr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717558906"/>
      </p:ext>
    </p:extLst>
  </p:cSld>
  <p:clrMapOvr>
    <a:masterClrMapping/>
  </p:clrMapOvr>
</p:sld>
</file>

<file path=ppt/theme/theme1.xml><?xml version="1.0" encoding="utf-8"?>
<a:theme xmlns:a="http://schemas.openxmlformats.org/drawingml/2006/main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348</Words>
  <Application>Microsoft Office PowerPoint</Application>
  <PresentationFormat>On-screen Show (16:9)</PresentationFormat>
  <Paragraphs>113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Audiowide</vt:lpstr>
      <vt:lpstr>Karla</vt:lpstr>
      <vt:lpstr>Arial</vt:lpstr>
      <vt:lpstr>Cyber-Futuristic AI Technology Thesis Defense by Slidesgo</vt:lpstr>
      <vt:lpstr>Blockchain For Secure Transaction</vt:lpstr>
      <vt:lpstr>Table of contents</vt:lpstr>
      <vt:lpstr>Implementation</vt:lpstr>
      <vt:lpstr>Tittle </vt:lpstr>
      <vt:lpstr>Introdiction</vt:lpstr>
      <vt:lpstr>What is Blockchain?</vt:lpstr>
      <vt:lpstr>04 How Does Blockchain Work?</vt:lpstr>
      <vt:lpstr>Objectives</vt:lpstr>
      <vt:lpstr>PowerPoint Presentation</vt:lpstr>
      <vt:lpstr>PowerPoint Presentation</vt:lpstr>
      <vt:lpstr>     Thanks 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Project Presentation</dc:title>
  <dc:creator>Manish Dhole</dc:creator>
  <cp:lastModifiedBy>Admin</cp:lastModifiedBy>
  <cp:revision>29</cp:revision>
  <dcterms:modified xsi:type="dcterms:W3CDTF">2025-10-09T03:26:29Z</dcterms:modified>
</cp:coreProperties>
</file>